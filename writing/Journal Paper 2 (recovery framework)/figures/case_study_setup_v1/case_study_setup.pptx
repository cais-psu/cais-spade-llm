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R5e-1 reach"/>
          <p:cNvSpPr/>
          <p:nvPr/>
        </p:nvSpPr>
        <p:spPr>
          <a:xfrm>
            <a:off x="3105028" y="2143353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UR5e-2 reach"/>
          <p:cNvSpPr/>
          <p:nvPr/>
        </p:nvSpPr>
        <p:spPr>
          <a:xfrm>
            <a:off x="5811652" y="2143353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R5e-3 reach"/>
          <p:cNvSpPr/>
          <p:nvPr/>
        </p:nvSpPr>
        <p:spPr>
          <a:xfrm>
            <a:off x="8585941" y="2955340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R5e-4 reach"/>
          <p:cNvSpPr/>
          <p:nvPr/>
        </p:nvSpPr>
        <p:spPr>
          <a:xfrm>
            <a:off x="8585941" y="4308652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ssembly table"/>
          <p:cNvSpPr/>
          <p:nvPr/>
        </p:nvSpPr>
        <p:spPr>
          <a:xfrm>
            <a:off x="8721272" y="3699662"/>
            <a:ext cx="2029967" cy="2165299"/>
          </a:xfrm>
          <a:prstGeom prst="rect">
            <a:avLst/>
          </a:prstGeom>
          <a:solidFill>
            <a:srgbClr val="F6E9D4"/>
          </a:solidFill>
          <a:ln w="19050">
            <a:solidFill>
              <a:srgbClr val="B08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Storage"/>
          <p:cNvGrpSpPr/>
          <p:nvPr/>
        </p:nvGrpSpPr>
        <p:grpSpPr>
          <a:xfrm>
            <a:off x="330738" y="823874"/>
            <a:ext cx="1353312" cy="1691640"/>
            <a:chOff x="330738" y="823874"/>
            <a:chExt cx="1353312" cy="1691640"/>
          </a:xfrm>
        </p:grpSpPr>
        <p:sp>
          <p:nvSpPr>
            <p:cNvPr id="8" name="Storage body"/>
            <p:cNvSpPr/>
            <p:nvPr/>
          </p:nvSpPr>
          <p:spPr>
            <a:xfrm>
              <a:off x="330738" y="823874"/>
              <a:ext cx="1353312" cy="1691640"/>
            </a:xfrm>
            <a:prstGeom prst="rect">
              <a:avLst/>
            </a:prstGeom>
            <a:solidFill>
              <a:srgbClr val="DCE8F5"/>
            </a:solidFill>
            <a:ln w="1905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KET tray"/>
            <p:cNvSpPr/>
            <p:nvPr/>
          </p:nvSpPr>
          <p:spPr>
            <a:xfrm>
              <a:off x="628467" y="938905"/>
              <a:ext cx="297728" cy="1461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GOCG tray"/>
            <p:cNvSpPr/>
            <p:nvPr/>
          </p:nvSpPr>
          <p:spPr>
            <a:xfrm>
              <a:off x="1088593" y="938905"/>
              <a:ext cx="297728" cy="1461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KET peg 1"/>
            <p:cNvSpPr/>
            <p:nvPr/>
          </p:nvSpPr>
          <p:spPr>
            <a:xfrm>
              <a:off x="719815" y="2126437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GOCG peg 1"/>
            <p:cNvSpPr/>
            <p:nvPr/>
          </p:nvSpPr>
          <p:spPr>
            <a:xfrm>
              <a:off x="1172498" y="2118993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KET peg 2"/>
            <p:cNvSpPr/>
            <p:nvPr/>
          </p:nvSpPr>
          <p:spPr>
            <a:xfrm>
              <a:off x="719815" y="1788109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GOCG peg 2"/>
            <p:cNvSpPr/>
            <p:nvPr/>
          </p:nvSpPr>
          <p:spPr>
            <a:xfrm>
              <a:off x="1172498" y="1780665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KET peg 3"/>
            <p:cNvSpPr/>
            <p:nvPr/>
          </p:nvSpPr>
          <p:spPr>
            <a:xfrm>
              <a:off x="719815" y="1449781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GOCG peg 3"/>
            <p:cNvSpPr/>
            <p:nvPr/>
          </p:nvSpPr>
          <p:spPr>
            <a:xfrm>
              <a:off x="1172498" y="1442337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KET peg 4"/>
            <p:cNvSpPr/>
            <p:nvPr/>
          </p:nvSpPr>
          <p:spPr>
            <a:xfrm>
              <a:off x="719815" y="1111453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GOCG peg 4"/>
            <p:cNvSpPr/>
            <p:nvPr/>
          </p:nvSpPr>
          <p:spPr>
            <a:xfrm>
              <a:off x="1172498" y="1104009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KMR docking pose M1"/>
          <p:cNvSpPr/>
          <p:nvPr/>
        </p:nvSpPr>
        <p:spPr>
          <a:xfrm>
            <a:off x="2949397" y="1074237"/>
            <a:ext cx="852586" cy="1461576"/>
          </a:xfrm>
          <a:prstGeom prst="roundRect">
            <a:avLst>
              <a:gd name="adj" fmla="val 9523"/>
            </a:avLst>
          </a:prstGeom>
          <a:noFill/>
          <a:ln w="15875">
            <a:solidFill>
              <a:srgbClr val="B8661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MR docking pose M2"/>
          <p:cNvSpPr/>
          <p:nvPr/>
        </p:nvSpPr>
        <p:spPr>
          <a:xfrm>
            <a:off x="5656021" y="1074237"/>
            <a:ext cx="852586" cy="1461576"/>
          </a:xfrm>
          <a:prstGeom prst="roundRect">
            <a:avLst>
              <a:gd name="adj" fmla="val 9523"/>
            </a:avLst>
          </a:prstGeom>
          <a:noFill/>
          <a:ln w="15875">
            <a:solidFill>
              <a:srgbClr val="B8661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KMR route Storage-M1"/>
          <p:cNvCxnSpPr/>
          <p:nvPr/>
        </p:nvCxnSpPr>
        <p:spPr>
          <a:xfrm flipV="1">
            <a:off x="2238908" y="1805025"/>
            <a:ext cx="1136782" cy="94732"/>
          </a:xfrm>
          <a:prstGeom prst="line">
            <a:avLst/>
          </a:prstGeom>
          <a:ln w="25400">
            <a:solidFill>
              <a:srgbClr val="B866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KMR route Storage-M2"/>
          <p:cNvSpPr/>
          <p:nvPr/>
        </p:nvSpPr>
        <p:spPr>
          <a:xfrm>
            <a:off x="2238908" y="587044"/>
            <a:ext cx="3843406" cy="1312713"/>
          </a:xfrm>
          <a:custGeom>
            <a:avLst/>
            <a:gdLst/>
            <a:ahLst/>
            <a:cxnLst/>
            <a:rect l="l" t="t" r="r" b="b"/>
            <a:pathLst>
              <a:path w="3843406" h="1312713" fill="none">
                <a:moveTo>
                  <a:pt x="0" y="1312713"/>
                </a:moveTo>
                <a:lnTo>
                  <a:pt x="0" y="0"/>
                </a:lnTo>
                <a:lnTo>
                  <a:pt x="3843406" y="0"/>
                </a:lnTo>
                <a:lnTo>
                  <a:pt x="3843406" y="1217981"/>
                </a:lnTo>
              </a:path>
            </a:pathLst>
          </a:custGeom>
          <a:noFill/>
          <a:ln w="25400">
            <a:solidFill>
              <a:srgbClr val="B8661D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" name="KUKA KMR"/>
          <p:cNvGrpSpPr/>
          <p:nvPr/>
        </p:nvGrpSpPr>
        <p:grpSpPr>
          <a:xfrm>
            <a:off x="1672996" y="1168968"/>
            <a:ext cx="992205" cy="1461576"/>
            <a:chOff x="1672996" y="1168968"/>
            <a:chExt cx="992205" cy="1461576"/>
          </a:xfrm>
        </p:grpSpPr>
        <p:sp>
          <p:nvSpPr>
            <p:cNvPr id="24" name="KMR platform"/>
            <p:cNvSpPr/>
            <p:nvPr/>
          </p:nvSpPr>
          <p:spPr>
            <a:xfrm>
              <a:off x="1812615" y="1168968"/>
              <a:ext cx="852586" cy="1461576"/>
            </a:xfrm>
            <a:prstGeom prst="roundRect">
              <a:avLst>
                <a:gd name="adj" fmla="val 9523"/>
              </a:avLst>
            </a:prstGeom>
            <a:solidFill>
              <a:srgbClr val="F0A648"/>
            </a:solidFill>
            <a:ln w="19050">
              <a:solidFill>
                <a:srgbClr val="8A5A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KMR wheel"/>
            <p:cNvSpPr/>
            <p:nvPr/>
          </p:nvSpPr>
          <p:spPr>
            <a:xfrm>
              <a:off x="1839681" y="2278684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KMR wheel"/>
            <p:cNvSpPr/>
            <p:nvPr/>
          </p:nvSpPr>
          <p:spPr>
            <a:xfrm>
              <a:off x="1839681" y="1223101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KMR wheel"/>
            <p:cNvSpPr/>
            <p:nvPr/>
          </p:nvSpPr>
          <p:spPr>
            <a:xfrm>
              <a:off x="2543403" y="2278684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KMR wheel"/>
            <p:cNvSpPr/>
            <p:nvPr/>
          </p:nvSpPr>
          <p:spPr>
            <a:xfrm>
              <a:off x="2543403" y="1223101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" name="KMR arm"/>
            <p:cNvGrpSpPr/>
            <p:nvPr/>
          </p:nvGrpSpPr>
          <p:grpSpPr>
            <a:xfrm>
              <a:off x="1672996" y="2046495"/>
              <a:ext cx="728308" cy="353987"/>
              <a:chOff x="1672996" y="2046495"/>
              <a:chExt cx="728308" cy="353987"/>
            </a:xfrm>
          </p:grpSpPr>
          <p:sp>
            <p:nvSpPr>
              <p:cNvPr id="30" name="KMR arm arm"/>
              <p:cNvSpPr/>
              <p:nvPr/>
            </p:nvSpPr>
            <p:spPr>
              <a:xfrm>
                <a:off x="1767190" y="2126335"/>
                <a:ext cx="471718" cy="196373"/>
              </a:xfrm>
              <a:custGeom>
                <a:avLst/>
                <a:gdLst/>
                <a:ahLst/>
                <a:cxnLst/>
                <a:rect l="l" t="t" r="r" b="b"/>
                <a:pathLst>
                  <a:path w="471718" h="196373" fill="none">
                    <a:moveTo>
                      <a:pt x="471718" y="111750"/>
                    </a:moveTo>
                    <a:lnTo>
                      <a:pt x="186269" y="196373"/>
                    </a:lnTo>
                    <a:lnTo>
                      <a:pt x="0" y="0"/>
                    </a:lnTo>
                  </a:path>
                </a:pathLst>
              </a:custGeom>
              <a:noFill/>
              <a:ln w="55880" cap="rnd">
                <a:solidFill>
                  <a:srgbClr val="2F3B4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KMR arm gripper"/>
              <p:cNvSpPr/>
              <p:nvPr/>
            </p:nvSpPr>
            <p:spPr>
              <a:xfrm>
                <a:off x="1672996" y="2046495"/>
                <a:ext cx="109956" cy="138664"/>
              </a:xfrm>
              <a:custGeom>
                <a:avLst/>
                <a:gdLst/>
                <a:ahLst/>
                <a:cxnLst/>
                <a:rect l="l" t="t" r="r" b="b"/>
                <a:pathLst>
                  <a:path w="109956" h="138664" fill="none">
                    <a:moveTo>
                      <a:pt x="0" y="117648"/>
                    </a:moveTo>
                    <a:lnTo>
                      <a:pt x="78432" y="138664"/>
                    </a:lnTo>
                    <a:lnTo>
                      <a:pt x="109956" y="21016"/>
                    </a:lnTo>
                    <a:lnTo>
                      <a:pt x="31524" y="0"/>
                    </a:lnTo>
                  </a:path>
                </a:pathLst>
              </a:custGeom>
              <a:noFill/>
              <a:ln w="25400" cap="rnd">
                <a:solidFill>
                  <a:srgbClr val="2F3B4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KMR arm base"/>
              <p:cNvSpPr/>
              <p:nvPr/>
            </p:nvSpPr>
            <p:spPr>
              <a:xfrm>
                <a:off x="2076510" y="2075688"/>
                <a:ext cx="324794" cy="324794"/>
              </a:xfrm>
              <a:prstGeom prst="ellipse">
                <a:avLst/>
              </a:prstGeom>
              <a:solidFill>
                <a:srgbClr val="2F3B4C"/>
              </a:solidFill>
              <a:ln w="1397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KMR arm base centre"/>
              <p:cNvSpPr/>
              <p:nvPr/>
            </p:nvSpPr>
            <p:spPr>
              <a:xfrm>
                <a:off x="2178009" y="2177186"/>
                <a:ext cx="121798" cy="12179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34" name="Label Storage"/>
          <p:cNvSpPr txBox="1"/>
          <p:nvPr/>
        </p:nvSpPr>
        <p:spPr>
          <a:xfrm>
            <a:off x="-75255" y="2711744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Storage</a:t>
            </a:r>
          </a:p>
        </p:txBody>
      </p:sp>
      <p:sp>
        <p:nvSpPr>
          <p:cNvPr id="35" name="Label KUKA KMR"/>
          <p:cNvSpPr txBox="1"/>
          <p:nvPr/>
        </p:nvSpPr>
        <p:spPr>
          <a:xfrm>
            <a:off x="1156259" y="2711744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KUKA KMR</a:t>
            </a:r>
          </a:p>
        </p:txBody>
      </p:sp>
      <p:grpSp>
        <p:nvGrpSpPr>
          <p:cNvPr id="36" name="M1"/>
          <p:cNvGrpSpPr/>
          <p:nvPr/>
        </p:nvGrpSpPr>
        <p:grpSpPr>
          <a:xfrm>
            <a:off x="3896038" y="1870661"/>
            <a:ext cx="718608" cy="680715"/>
            <a:chOff x="3896038" y="1870661"/>
            <a:chExt cx="718608" cy="680715"/>
          </a:xfrm>
        </p:grpSpPr>
        <p:sp>
          <p:nvSpPr>
            <p:cNvPr id="37" name="M1 enclosure"/>
            <p:cNvSpPr/>
            <p:nvPr/>
          </p:nvSpPr>
          <p:spPr>
            <a:xfrm>
              <a:off x="3896038" y="1870661"/>
              <a:ext cx="718608" cy="680715"/>
            </a:xfrm>
            <a:prstGeom prst="rect">
              <a:avLst/>
            </a:prstGeom>
            <a:solidFill>
              <a:srgbClr val="DDE1E7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M1 name"/>
            <p:cNvSpPr txBox="1"/>
            <p:nvPr/>
          </p:nvSpPr>
          <p:spPr>
            <a:xfrm>
              <a:off x="3917015" y="1997225"/>
              <a:ext cx="676656" cy="2381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>
                  <a:solidFill>
                    <a:srgbClr val="2B2F36"/>
                  </a:solidFill>
                  <a:latin typeface="Arial"/>
                </a:rPr>
                <a:t>M1</a:t>
              </a:r>
            </a:p>
          </p:txBody>
        </p:sp>
        <p:sp>
          <p:nvSpPr>
            <p:cNvPr id="39" name="M1 peg"/>
            <p:cNvSpPr/>
            <p:nvPr/>
          </p:nvSpPr>
          <p:spPr>
            <a:xfrm>
              <a:off x="4204594" y="2309134"/>
              <a:ext cx="101498" cy="101498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0" name="M1 staging tray"/>
          <p:cNvSpPr/>
          <p:nvPr/>
        </p:nvSpPr>
        <p:spPr>
          <a:xfrm>
            <a:off x="3402756" y="3185403"/>
            <a:ext cx="216529" cy="216529"/>
          </a:xfrm>
          <a:prstGeom prst="rect">
            <a:avLst/>
          </a:prstGeom>
          <a:solidFill>
            <a:srgbClr val="BFE3DC"/>
          </a:solidFill>
          <a:ln w="1270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1" name="UR5e-1"/>
          <p:cNvGrpSpPr/>
          <p:nvPr/>
        </p:nvGrpSpPr>
        <p:grpSpPr>
          <a:xfrm>
            <a:off x="4092945" y="2727902"/>
            <a:ext cx="324794" cy="728163"/>
            <a:chOff x="4092945" y="2727902"/>
            <a:chExt cx="324794" cy="728163"/>
          </a:xfrm>
        </p:grpSpPr>
        <p:sp>
          <p:nvSpPr>
            <p:cNvPr id="42" name="UR5e-1 arm"/>
            <p:cNvSpPr/>
            <p:nvPr/>
          </p:nvSpPr>
          <p:spPr>
            <a:xfrm>
              <a:off x="4099724" y="2809101"/>
              <a:ext cx="155619" cy="484567"/>
            </a:xfrm>
            <a:custGeom>
              <a:avLst/>
              <a:gdLst/>
              <a:ahLst/>
              <a:cxnLst/>
              <a:rect l="l" t="t" r="r" b="b"/>
              <a:pathLst>
                <a:path w="155619" h="484567" fill="none">
                  <a:moveTo>
                    <a:pt x="155619" y="484567"/>
                  </a:moveTo>
                  <a:lnTo>
                    <a:pt x="0" y="230746"/>
                  </a:lnTo>
                  <a:lnTo>
                    <a:pt x="141472" y="0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UR5e-1 gripper"/>
            <p:cNvSpPr/>
            <p:nvPr/>
          </p:nvSpPr>
          <p:spPr>
            <a:xfrm>
              <a:off x="4180297" y="2727902"/>
              <a:ext cx="121798" cy="81199"/>
            </a:xfrm>
            <a:custGeom>
              <a:avLst/>
              <a:gdLst/>
              <a:ahLst/>
              <a:cxnLst/>
              <a:rect l="l" t="t" r="r" b="b"/>
              <a:pathLst>
                <a:path w="121798" h="81199" fill="none">
                  <a:moveTo>
                    <a:pt x="0" y="0"/>
                  </a:moveTo>
                  <a:lnTo>
                    <a:pt x="0" y="81199"/>
                  </a:lnTo>
                  <a:lnTo>
                    <a:pt x="121798" y="81199"/>
                  </a:lnTo>
                  <a:lnTo>
                    <a:pt x="121798" y="0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UR5e-1 base"/>
            <p:cNvSpPr/>
            <p:nvPr/>
          </p:nvSpPr>
          <p:spPr>
            <a:xfrm>
              <a:off x="4092945" y="3131271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UR5e-1 base centre"/>
            <p:cNvSpPr/>
            <p:nvPr/>
          </p:nvSpPr>
          <p:spPr>
            <a:xfrm>
              <a:off x="4194444" y="3232769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Label UR5e-1"/>
          <p:cNvSpPr txBox="1"/>
          <p:nvPr/>
        </p:nvSpPr>
        <p:spPr>
          <a:xfrm>
            <a:off x="4512472" y="3236676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UR5e-1</a:t>
            </a:r>
          </a:p>
        </p:txBody>
      </p:sp>
      <p:grpSp>
        <p:nvGrpSpPr>
          <p:cNvPr id="47" name="M2"/>
          <p:cNvGrpSpPr/>
          <p:nvPr/>
        </p:nvGrpSpPr>
        <p:grpSpPr>
          <a:xfrm>
            <a:off x="6602662" y="1870661"/>
            <a:ext cx="718608" cy="680715"/>
            <a:chOff x="6602662" y="1870661"/>
            <a:chExt cx="718608" cy="680715"/>
          </a:xfrm>
        </p:grpSpPr>
        <p:sp>
          <p:nvSpPr>
            <p:cNvPr id="48" name="M2 enclosure"/>
            <p:cNvSpPr/>
            <p:nvPr/>
          </p:nvSpPr>
          <p:spPr>
            <a:xfrm>
              <a:off x="6602662" y="1870661"/>
              <a:ext cx="718608" cy="680715"/>
            </a:xfrm>
            <a:prstGeom prst="rect">
              <a:avLst/>
            </a:prstGeom>
            <a:solidFill>
              <a:srgbClr val="DDE1E7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M2 name"/>
            <p:cNvSpPr txBox="1"/>
            <p:nvPr/>
          </p:nvSpPr>
          <p:spPr>
            <a:xfrm>
              <a:off x="6623639" y="1997225"/>
              <a:ext cx="676656" cy="2381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>
                  <a:solidFill>
                    <a:srgbClr val="2B2F36"/>
                  </a:solidFill>
                  <a:latin typeface="Arial"/>
                </a:rPr>
                <a:t>M2</a:t>
              </a:r>
            </a:p>
          </p:txBody>
        </p:sp>
        <p:sp>
          <p:nvSpPr>
            <p:cNvPr id="50" name="M2 peg"/>
            <p:cNvSpPr/>
            <p:nvPr/>
          </p:nvSpPr>
          <p:spPr>
            <a:xfrm>
              <a:off x="6905128" y="2303044"/>
              <a:ext cx="113678" cy="113678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M2 staging tray"/>
          <p:cNvSpPr/>
          <p:nvPr/>
        </p:nvSpPr>
        <p:spPr>
          <a:xfrm>
            <a:off x="6109380" y="3185403"/>
            <a:ext cx="216529" cy="216529"/>
          </a:xfrm>
          <a:prstGeom prst="rect">
            <a:avLst/>
          </a:prstGeom>
          <a:solidFill>
            <a:srgbClr val="BFE3DC"/>
          </a:solidFill>
          <a:ln w="1270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2" name="UR5e-2"/>
          <p:cNvGrpSpPr/>
          <p:nvPr/>
        </p:nvGrpSpPr>
        <p:grpSpPr>
          <a:xfrm>
            <a:off x="6799569" y="2727902"/>
            <a:ext cx="324794" cy="728163"/>
            <a:chOff x="6799569" y="2727902"/>
            <a:chExt cx="324794" cy="728163"/>
          </a:xfrm>
        </p:grpSpPr>
        <p:sp>
          <p:nvSpPr>
            <p:cNvPr id="53" name="UR5e-2 arm"/>
            <p:cNvSpPr/>
            <p:nvPr/>
          </p:nvSpPr>
          <p:spPr>
            <a:xfrm>
              <a:off x="6806348" y="2809101"/>
              <a:ext cx="155619" cy="484567"/>
            </a:xfrm>
            <a:custGeom>
              <a:avLst/>
              <a:gdLst/>
              <a:ahLst/>
              <a:cxnLst/>
              <a:rect l="l" t="t" r="r" b="b"/>
              <a:pathLst>
                <a:path w="155619" h="484567" fill="none">
                  <a:moveTo>
                    <a:pt x="155619" y="484567"/>
                  </a:moveTo>
                  <a:lnTo>
                    <a:pt x="0" y="230746"/>
                  </a:lnTo>
                  <a:lnTo>
                    <a:pt x="141472" y="0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UR5e-2 gripper"/>
            <p:cNvSpPr/>
            <p:nvPr/>
          </p:nvSpPr>
          <p:spPr>
            <a:xfrm>
              <a:off x="6886921" y="2727902"/>
              <a:ext cx="121798" cy="81199"/>
            </a:xfrm>
            <a:custGeom>
              <a:avLst/>
              <a:gdLst/>
              <a:ahLst/>
              <a:cxnLst/>
              <a:rect l="l" t="t" r="r" b="b"/>
              <a:pathLst>
                <a:path w="121798" h="81199" fill="none">
                  <a:moveTo>
                    <a:pt x="0" y="0"/>
                  </a:moveTo>
                  <a:lnTo>
                    <a:pt x="0" y="81199"/>
                  </a:lnTo>
                  <a:lnTo>
                    <a:pt x="121798" y="81199"/>
                  </a:lnTo>
                  <a:lnTo>
                    <a:pt x="121798" y="0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UR5e-2 base"/>
            <p:cNvSpPr/>
            <p:nvPr/>
          </p:nvSpPr>
          <p:spPr>
            <a:xfrm>
              <a:off x="6799569" y="3131271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UR5e-2 base centre"/>
            <p:cNvSpPr/>
            <p:nvPr/>
          </p:nvSpPr>
          <p:spPr>
            <a:xfrm>
              <a:off x="6901068" y="3232769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7" name="Label UR5e-2"/>
          <p:cNvSpPr txBox="1"/>
          <p:nvPr/>
        </p:nvSpPr>
        <p:spPr>
          <a:xfrm>
            <a:off x="7219096" y="3236676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UR5e-2</a:t>
            </a:r>
          </a:p>
        </p:txBody>
      </p:sp>
      <p:grpSp>
        <p:nvGrpSpPr>
          <p:cNvPr id="58" name="Conveyor"/>
          <p:cNvGrpSpPr/>
          <p:nvPr/>
        </p:nvGrpSpPr>
        <p:grpSpPr>
          <a:xfrm>
            <a:off x="3037362" y="3902659"/>
            <a:ext cx="5683910" cy="405993"/>
            <a:chOff x="3037362" y="3902659"/>
            <a:chExt cx="5683910" cy="405993"/>
          </a:xfrm>
        </p:grpSpPr>
        <p:sp>
          <p:nvSpPr>
            <p:cNvPr id="59" name="Conveyor belt"/>
            <p:cNvSpPr/>
            <p:nvPr/>
          </p:nvSpPr>
          <p:spPr>
            <a:xfrm>
              <a:off x="3037362" y="3902659"/>
              <a:ext cx="5683910" cy="405993"/>
            </a:xfrm>
            <a:prstGeom prst="rect">
              <a:avLst/>
            </a:prstGeom>
            <a:solidFill>
              <a:srgbClr val="6B7280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veyor roller"/>
            <p:cNvCxnSpPr/>
            <p:nvPr/>
          </p:nvCxnSpPr>
          <p:spPr>
            <a:xfrm flipV="1">
              <a:off x="3172693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veyor roller"/>
            <p:cNvCxnSpPr/>
            <p:nvPr/>
          </p:nvCxnSpPr>
          <p:spPr>
            <a:xfrm flipV="1">
              <a:off x="337569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veyor roller"/>
            <p:cNvCxnSpPr/>
            <p:nvPr/>
          </p:nvCxnSpPr>
          <p:spPr>
            <a:xfrm flipV="1">
              <a:off x="3578687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veyor roller"/>
            <p:cNvCxnSpPr/>
            <p:nvPr/>
          </p:nvCxnSpPr>
          <p:spPr>
            <a:xfrm flipV="1">
              <a:off x="3781684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veyor roller"/>
            <p:cNvCxnSpPr/>
            <p:nvPr/>
          </p:nvCxnSpPr>
          <p:spPr>
            <a:xfrm flipV="1">
              <a:off x="398468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veyor roller"/>
            <p:cNvCxnSpPr/>
            <p:nvPr/>
          </p:nvCxnSpPr>
          <p:spPr>
            <a:xfrm flipV="1">
              <a:off x="4187677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veyor roller"/>
            <p:cNvCxnSpPr/>
            <p:nvPr/>
          </p:nvCxnSpPr>
          <p:spPr>
            <a:xfrm flipV="1">
              <a:off x="4390674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veyor roller"/>
            <p:cNvCxnSpPr/>
            <p:nvPr/>
          </p:nvCxnSpPr>
          <p:spPr>
            <a:xfrm flipV="1">
              <a:off x="4593671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veyor roller"/>
            <p:cNvCxnSpPr/>
            <p:nvPr/>
          </p:nvCxnSpPr>
          <p:spPr>
            <a:xfrm flipV="1">
              <a:off x="4796668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veyor roller"/>
            <p:cNvCxnSpPr/>
            <p:nvPr/>
          </p:nvCxnSpPr>
          <p:spPr>
            <a:xfrm flipV="1">
              <a:off x="4999664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veyor roller"/>
            <p:cNvCxnSpPr/>
            <p:nvPr/>
          </p:nvCxnSpPr>
          <p:spPr>
            <a:xfrm flipV="1">
              <a:off x="5202661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veyor roller"/>
            <p:cNvCxnSpPr/>
            <p:nvPr/>
          </p:nvCxnSpPr>
          <p:spPr>
            <a:xfrm flipV="1">
              <a:off x="5405658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veyor roller"/>
            <p:cNvCxnSpPr/>
            <p:nvPr/>
          </p:nvCxnSpPr>
          <p:spPr>
            <a:xfrm flipV="1">
              <a:off x="5608655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veyor roller"/>
            <p:cNvCxnSpPr/>
            <p:nvPr/>
          </p:nvCxnSpPr>
          <p:spPr>
            <a:xfrm flipV="1">
              <a:off x="5811652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veyor roller"/>
            <p:cNvCxnSpPr/>
            <p:nvPr/>
          </p:nvCxnSpPr>
          <p:spPr>
            <a:xfrm flipV="1">
              <a:off x="6014648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veyor roller"/>
            <p:cNvCxnSpPr/>
            <p:nvPr/>
          </p:nvCxnSpPr>
          <p:spPr>
            <a:xfrm flipV="1">
              <a:off x="6217645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veyor roller"/>
            <p:cNvCxnSpPr/>
            <p:nvPr/>
          </p:nvCxnSpPr>
          <p:spPr>
            <a:xfrm flipV="1">
              <a:off x="6420642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veyor roller"/>
            <p:cNvCxnSpPr/>
            <p:nvPr/>
          </p:nvCxnSpPr>
          <p:spPr>
            <a:xfrm flipV="1">
              <a:off x="6623639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veyor roller"/>
            <p:cNvCxnSpPr/>
            <p:nvPr/>
          </p:nvCxnSpPr>
          <p:spPr>
            <a:xfrm flipV="1">
              <a:off x="6826636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veyor roller"/>
            <p:cNvCxnSpPr/>
            <p:nvPr/>
          </p:nvCxnSpPr>
          <p:spPr>
            <a:xfrm flipV="1">
              <a:off x="7029632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veyor roller"/>
            <p:cNvCxnSpPr/>
            <p:nvPr/>
          </p:nvCxnSpPr>
          <p:spPr>
            <a:xfrm flipV="1">
              <a:off x="7232629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veyor roller"/>
            <p:cNvCxnSpPr/>
            <p:nvPr/>
          </p:nvCxnSpPr>
          <p:spPr>
            <a:xfrm flipV="1">
              <a:off x="7435626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veyor roller"/>
            <p:cNvCxnSpPr/>
            <p:nvPr/>
          </p:nvCxnSpPr>
          <p:spPr>
            <a:xfrm flipV="1">
              <a:off x="7638623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veyor roller"/>
            <p:cNvCxnSpPr/>
            <p:nvPr/>
          </p:nvCxnSpPr>
          <p:spPr>
            <a:xfrm flipV="1">
              <a:off x="784162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veyor roller"/>
            <p:cNvCxnSpPr/>
            <p:nvPr/>
          </p:nvCxnSpPr>
          <p:spPr>
            <a:xfrm flipV="1">
              <a:off x="8044616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veyor roller"/>
            <p:cNvCxnSpPr/>
            <p:nvPr/>
          </p:nvCxnSpPr>
          <p:spPr>
            <a:xfrm flipV="1">
              <a:off x="8247613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veyor roller"/>
            <p:cNvCxnSpPr/>
            <p:nvPr/>
          </p:nvCxnSpPr>
          <p:spPr>
            <a:xfrm flipV="1">
              <a:off x="845061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Conveyor direction"/>
            <p:cNvSpPr/>
            <p:nvPr/>
          </p:nvSpPr>
          <p:spPr>
            <a:xfrm>
              <a:off x="3524554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Conveyor direction"/>
            <p:cNvSpPr/>
            <p:nvPr/>
          </p:nvSpPr>
          <p:spPr>
            <a:xfrm>
              <a:off x="4877866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Conveyor direction"/>
            <p:cNvSpPr/>
            <p:nvPr/>
          </p:nvSpPr>
          <p:spPr>
            <a:xfrm>
              <a:off x="6231178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Conveyor direction"/>
            <p:cNvSpPr/>
            <p:nvPr/>
          </p:nvSpPr>
          <p:spPr>
            <a:xfrm>
              <a:off x="7584490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Conveyor direction"/>
            <p:cNvSpPr/>
            <p:nvPr/>
          </p:nvSpPr>
          <p:spPr>
            <a:xfrm>
              <a:off x="8261146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Conveyor loading position ur5e-1"/>
            <p:cNvSpPr/>
            <p:nvPr/>
          </p:nvSpPr>
          <p:spPr>
            <a:xfrm>
              <a:off x="4120012" y="3956791"/>
              <a:ext cx="270662" cy="297728"/>
            </a:xfrm>
            <a:prstGeom prst="rect">
              <a:avLst/>
            </a:prstGeom>
            <a:solidFill>
              <a:srgbClr val="3BB39B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onveyor loading position ur5e-2"/>
            <p:cNvSpPr/>
            <p:nvPr/>
          </p:nvSpPr>
          <p:spPr>
            <a:xfrm>
              <a:off x="6826636" y="3956791"/>
              <a:ext cx="270662" cy="297728"/>
            </a:xfrm>
            <a:prstGeom prst="rect">
              <a:avLst/>
            </a:prstGeom>
            <a:solidFill>
              <a:srgbClr val="3BB39B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4" name="Label Conveyor"/>
          <p:cNvSpPr txBox="1"/>
          <p:nvPr/>
        </p:nvSpPr>
        <p:spPr>
          <a:xfrm>
            <a:off x="4526006" y="4416917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Conveyor</a:t>
            </a:r>
          </a:p>
        </p:txBody>
      </p:sp>
      <p:sp>
        <p:nvSpPr>
          <p:cNvPr id="95" name="Flow M1 to Conveyor"/>
          <p:cNvSpPr/>
          <p:nvPr/>
        </p:nvSpPr>
        <p:spPr>
          <a:xfrm>
            <a:off x="3711853" y="2569646"/>
            <a:ext cx="435225" cy="1360079"/>
          </a:xfrm>
          <a:custGeom>
            <a:avLst/>
            <a:gdLst/>
            <a:ahLst/>
            <a:cxnLst/>
            <a:rect l="l" t="t" r="r" b="b"/>
            <a:pathLst>
              <a:path w="435225" h="1360079" fill="none">
                <a:moveTo>
                  <a:pt x="435225" y="0"/>
                </a:moveTo>
                <a:quadBezTo>
                  <a:pt x="0" y="680040"/>
                  <a:pt x="435225" y="1360079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low M2 to Conveyor"/>
          <p:cNvSpPr/>
          <p:nvPr/>
        </p:nvSpPr>
        <p:spPr>
          <a:xfrm>
            <a:off x="6418477" y="2569646"/>
            <a:ext cx="435225" cy="1360079"/>
          </a:xfrm>
          <a:custGeom>
            <a:avLst/>
            <a:gdLst/>
            <a:ahLst/>
            <a:cxnLst/>
            <a:rect l="l" t="t" r="r" b="b"/>
            <a:pathLst>
              <a:path w="435225" h="1360079" fill="none">
                <a:moveTo>
                  <a:pt x="435225" y="0"/>
                </a:moveTo>
                <a:quadBezTo>
                  <a:pt x="0" y="680040"/>
                  <a:pt x="435225" y="1360079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7" name="Buffer"/>
          <p:cNvGrpSpPr/>
          <p:nvPr/>
        </p:nvGrpSpPr>
        <p:grpSpPr>
          <a:xfrm>
            <a:off x="8734805" y="3943258"/>
            <a:ext cx="649590" cy="324794"/>
            <a:chOff x="8734805" y="3943258"/>
            <a:chExt cx="649590" cy="324794"/>
          </a:xfrm>
        </p:grpSpPr>
        <p:sp>
          <p:nvSpPr>
            <p:cNvPr id="98" name="Buffer zone 1"/>
            <p:cNvSpPr/>
            <p:nvPr/>
          </p:nvSpPr>
          <p:spPr>
            <a:xfrm>
              <a:off x="8734805" y="3943258"/>
              <a:ext cx="162397" cy="324794"/>
            </a:xfrm>
            <a:prstGeom prst="rect">
              <a:avLst/>
            </a:prstGeom>
            <a:solidFill>
              <a:srgbClr val="CFE0F1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Buffer zone 2"/>
            <p:cNvSpPr/>
            <p:nvPr/>
          </p:nvSpPr>
          <p:spPr>
            <a:xfrm>
              <a:off x="8897203" y="3943258"/>
              <a:ext cx="162397" cy="324794"/>
            </a:xfrm>
            <a:prstGeom prst="rect">
              <a:avLst/>
            </a:prstGeom>
            <a:solidFill>
              <a:srgbClr val="CFE0F1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uffer zone 3"/>
            <p:cNvSpPr/>
            <p:nvPr/>
          </p:nvSpPr>
          <p:spPr>
            <a:xfrm>
              <a:off x="9059600" y="3943258"/>
              <a:ext cx="162397" cy="324794"/>
            </a:xfrm>
            <a:prstGeom prst="rect">
              <a:avLst/>
            </a:prstGeom>
            <a:solidFill>
              <a:srgbClr val="CFE0F1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uffer zone 4"/>
            <p:cNvSpPr/>
            <p:nvPr/>
          </p:nvSpPr>
          <p:spPr>
            <a:xfrm>
              <a:off x="9221998" y="3943258"/>
              <a:ext cx="162397" cy="324794"/>
            </a:xfrm>
            <a:prstGeom prst="rect">
              <a:avLst/>
            </a:prstGeom>
            <a:solidFill>
              <a:srgbClr val="9FBCDC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" name="Assembly Board"/>
          <p:cNvGrpSpPr/>
          <p:nvPr/>
        </p:nvGrpSpPr>
        <p:grpSpPr>
          <a:xfrm>
            <a:off x="9476420" y="4522476"/>
            <a:ext cx="519671" cy="519671"/>
            <a:chOff x="9476420" y="4522476"/>
            <a:chExt cx="519671" cy="519671"/>
          </a:xfrm>
        </p:grpSpPr>
        <p:sp>
          <p:nvSpPr>
            <p:cNvPr id="103" name="Assembly Board plate"/>
            <p:cNvSpPr/>
            <p:nvPr/>
          </p:nvSpPr>
          <p:spPr>
            <a:xfrm>
              <a:off x="9476420" y="4522476"/>
              <a:ext cx="519671" cy="51967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oard KET peg"/>
            <p:cNvSpPr/>
            <p:nvPr/>
          </p:nvSpPr>
          <p:spPr>
            <a:xfrm>
              <a:off x="9519726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oard RGOCG peg"/>
            <p:cNvSpPr/>
            <p:nvPr/>
          </p:nvSpPr>
          <p:spPr>
            <a:xfrm>
              <a:off x="9515667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oard gear"/>
            <p:cNvSpPr/>
            <p:nvPr/>
          </p:nvSpPr>
          <p:spPr>
            <a:xfrm>
              <a:off x="9576566" y="4879750"/>
              <a:ext cx="75785" cy="75785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oard KET peg"/>
            <p:cNvSpPr/>
            <p:nvPr/>
          </p:nvSpPr>
          <p:spPr>
            <a:xfrm>
              <a:off x="9641525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Board RGOCG peg"/>
            <p:cNvSpPr/>
            <p:nvPr/>
          </p:nvSpPr>
          <p:spPr>
            <a:xfrm>
              <a:off x="9637465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Board gear"/>
            <p:cNvSpPr/>
            <p:nvPr/>
          </p:nvSpPr>
          <p:spPr>
            <a:xfrm>
              <a:off x="9688890" y="4870277"/>
              <a:ext cx="94731" cy="94731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Board KET peg"/>
            <p:cNvSpPr/>
            <p:nvPr/>
          </p:nvSpPr>
          <p:spPr>
            <a:xfrm>
              <a:off x="9763323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Board RGOCG peg"/>
            <p:cNvSpPr/>
            <p:nvPr/>
          </p:nvSpPr>
          <p:spPr>
            <a:xfrm>
              <a:off x="9759263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Board gear"/>
            <p:cNvSpPr/>
            <p:nvPr/>
          </p:nvSpPr>
          <p:spPr>
            <a:xfrm>
              <a:off x="9801215" y="4860804"/>
              <a:ext cx="113678" cy="113678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Board KET peg"/>
            <p:cNvSpPr/>
            <p:nvPr/>
          </p:nvSpPr>
          <p:spPr>
            <a:xfrm>
              <a:off x="9885121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Board RGOCG peg"/>
            <p:cNvSpPr/>
            <p:nvPr/>
          </p:nvSpPr>
          <p:spPr>
            <a:xfrm>
              <a:off x="9881061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5" name="Exit"/>
          <p:cNvSpPr/>
          <p:nvPr/>
        </p:nvSpPr>
        <p:spPr>
          <a:xfrm>
            <a:off x="10250515" y="3875592"/>
            <a:ext cx="324794" cy="243596"/>
          </a:xfrm>
          <a:prstGeom prst="rect">
            <a:avLst/>
          </a:prstGeom>
          <a:solidFill>
            <a:srgbClr val="DCE8F5"/>
          </a:solidFill>
          <a:ln w="15875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6" name="Printer"/>
          <p:cNvGrpSpPr/>
          <p:nvPr/>
        </p:nvGrpSpPr>
        <p:grpSpPr>
          <a:xfrm>
            <a:off x="10169316" y="5147706"/>
            <a:ext cx="487192" cy="622523"/>
            <a:chOff x="10169316" y="5147706"/>
            <a:chExt cx="487192" cy="622523"/>
          </a:xfrm>
        </p:grpSpPr>
        <p:sp>
          <p:nvSpPr>
            <p:cNvPr id="117" name="Printer frame"/>
            <p:cNvSpPr/>
            <p:nvPr/>
          </p:nvSpPr>
          <p:spPr>
            <a:xfrm>
              <a:off x="10169316" y="5147706"/>
              <a:ext cx="487192" cy="622523"/>
            </a:xfrm>
            <a:prstGeom prst="rect">
              <a:avLst/>
            </a:prstGeom>
            <a:solidFill>
              <a:srgbClr val="4B5563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Printer bed"/>
            <p:cNvSpPr/>
            <p:nvPr/>
          </p:nvSpPr>
          <p:spPr>
            <a:xfrm>
              <a:off x="10223449" y="5228904"/>
              <a:ext cx="243596" cy="460126"/>
            </a:xfrm>
            <a:prstGeom prst="rect">
              <a:avLst/>
            </a:prstGeom>
            <a:solidFill>
              <a:srgbClr val="A9B0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gear_small"/>
            <p:cNvSpPr/>
            <p:nvPr/>
          </p:nvSpPr>
          <p:spPr>
            <a:xfrm>
              <a:off x="10293821" y="5529340"/>
              <a:ext cx="75785" cy="75785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gear_medium"/>
            <p:cNvSpPr/>
            <p:nvPr/>
          </p:nvSpPr>
          <p:spPr>
            <a:xfrm>
              <a:off x="10284348" y="5411602"/>
              <a:ext cx="94731" cy="94731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gear_large"/>
            <p:cNvSpPr/>
            <p:nvPr/>
          </p:nvSpPr>
          <p:spPr>
            <a:xfrm>
              <a:off x="10274875" y="5293863"/>
              <a:ext cx="113678" cy="113678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" name="UR5e-3"/>
          <p:cNvGrpSpPr/>
          <p:nvPr/>
        </p:nvGrpSpPr>
        <p:grpSpPr>
          <a:xfrm>
            <a:off x="9170490" y="3943258"/>
            <a:ext cx="728163" cy="324794"/>
            <a:chOff x="9170490" y="3943258"/>
            <a:chExt cx="728163" cy="324794"/>
          </a:xfrm>
        </p:grpSpPr>
        <p:sp>
          <p:nvSpPr>
            <p:cNvPr id="123" name="UR5e-3 arm"/>
            <p:cNvSpPr/>
            <p:nvPr/>
          </p:nvSpPr>
          <p:spPr>
            <a:xfrm>
              <a:off x="9251689" y="4105656"/>
              <a:ext cx="484567" cy="155618"/>
            </a:xfrm>
            <a:custGeom>
              <a:avLst/>
              <a:gdLst/>
              <a:ahLst/>
              <a:cxnLst/>
              <a:rect l="l" t="t" r="r" b="b"/>
              <a:pathLst>
                <a:path w="484567" h="155618" fill="none">
                  <a:moveTo>
                    <a:pt x="484567" y="0"/>
                  </a:moveTo>
                  <a:lnTo>
                    <a:pt x="230746" y="155618"/>
                  </a:lnTo>
                  <a:lnTo>
                    <a:pt x="0" y="14147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UR5e-3 gripper"/>
            <p:cNvSpPr/>
            <p:nvPr/>
          </p:nvSpPr>
          <p:spPr>
            <a:xfrm>
              <a:off x="9170490" y="4058904"/>
              <a:ext cx="81199" cy="121798"/>
            </a:xfrm>
            <a:custGeom>
              <a:avLst/>
              <a:gdLst/>
              <a:ahLst/>
              <a:cxnLst/>
              <a:rect l="l" t="t" r="r" b="b"/>
              <a:pathLst>
                <a:path w="81199" h="121798" fill="none">
                  <a:moveTo>
                    <a:pt x="0" y="121798"/>
                  </a:moveTo>
                  <a:lnTo>
                    <a:pt x="81199" y="121798"/>
                  </a:lnTo>
                  <a:lnTo>
                    <a:pt x="81199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UR5e-3 base"/>
            <p:cNvSpPr/>
            <p:nvPr/>
          </p:nvSpPr>
          <p:spPr>
            <a:xfrm>
              <a:off x="9573859" y="3943258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UR5e-3 base centre"/>
            <p:cNvSpPr/>
            <p:nvPr/>
          </p:nvSpPr>
          <p:spPr>
            <a:xfrm>
              <a:off x="9675357" y="4044756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UR5e-4"/>
          <p:cNvGrpSpPr/>
          <p:nvPr/>
        </p:nvGrpSpPr>
        <p:grpSpPr>
          <a:xfrm>
            <a:off x="9573859" y="5296570"/>
            <a:ext cx="728163" cy="324794"/>
            <a:chOff x="9573859" y="5296570"/>
            <a:chExt cx="728163" cy="324794"/>
          </a:xfrm>
        </p:grpSpPr>
        <p:sp>
          <p:nvSpPr>
            <p:cNvPr id="128" name="UR5e-4 arm"/>
            <p:cNvSpPr/>
            <p:nvPr/>
          </p:nvSpPr>
          <p:spPr>
            <a:xfrm>
              <a:off x="9736256" y="5303349"/>
              <a:ext cx="484568" cy="155619"/>
            </a:xfrm>
            <a:custGeom>
              <a:avLst/>
              <a:gdLst/>
              <a:ahLst/>
              <a:cxnLst/>
              <a:rect l="l" t="t" r="r" b="b"/>
              <a:pathLst>
                <a:path w="484568" h="155619" fill="none">
                  <a:moveTo>
                    <a:pt x="0" y="155619"/>
                  </a:moveTo>
                  <a:lnTo>
                    <a:pt x="253821" y="0"/>
                  </a:lnTo>
                  <a:lnTo>
                    <a:pt x="484568" y="141471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UR5e-4 gripper"/>
            <p:cNvSpPr/>
            <p:nvPr/>
          </p:nvSpPr>
          <p:spPr>
            <a:xfrm>
              <a:off x="10220824" y="5383921"/>
              <a:ext cx="81198" cy="121798"/>
            </a:xfrm>
            <a:custGeom>
              <a:avLst/>
              <a:gdLst/>
              <a:ahLst/>
              <a:cxnLst/>
              <a:rect l="l" t="t" r="r" b="b"/>
              <a:pathLst>
                <a:path w="81198" h="121798" fill="none">
                  <a:moveTo>
                    <a:pt x="81198" y="0"/>
                  </a:moveTo>
                  <a:lnTo>
                    <a:pt x="0" y="0"/>
                  </a:lnTo>
                  <a:lnTo>
                    <a:pt x="0" y="121798"/>
                  </a:lnTo>
                  <a:lnTo>
                    <a:pt x="81198" y="121798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UR5e-4 base"/>
            <p:cNvSpPr/>
            <p:nvPr/>
          </p:nvSpPr>
          <p:spPr>
            <a:xfrm>
              <a:off x="9573859" y="5296570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UR5e-4 base centre"/>
            <p:cNvSpPr/>
            <p:nvPr/>
          </p:nvSpPr>
          <p:spPr>
            <a:xfrm>
              <a:off x="9675357" y="5398068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2" name="Flow Buffer to Assembly Board"/>
          <p:cNvSpPr/>
          <p:nvPr/>
        </p:nvSpPr>
        <p:spPr>
          <a:xfrm>
            <a:off x="9330263" y="4281586"/>
            <a:ext cx="202997" cy="216530"/>
          </a:xfrm>
          <a:custGeom>
            <a:avLst/>
            <a:gdLst/>
            <a:ahLst/>
            <a:cxnLst/>
            <a:rect l="l" t="t" r="r" b="b"/>
            <a:pathLst>
              <a:path w="202997" h="216530" fill="none">
                <a:moveTo>
                  <a:pt x="0" y="0"/>
                </a:moveTo>
                <a:quadBezTo>
                  <a:pt x="47366" y="159014"/>
                  <a:pt x="202997" y="216530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low Printer to Assembly Board"/>
          <p:cNvSpPr/>
          <p:nvPr/>
        </p:nvSpPr>
        <p:spPr>
          <a:xfrm>
            <a:off x="9993386" y="4971775"/>
            <a:ext cx="162397" cy="351861"/>
          </a:xfrm>
          <a:custGeom>
            <a:avLst/>
            <a:gdLst/>
            <a:ahLst/>
            <a:cxnLst/>
            <a:rect l="l" t="t" r="r" b="b"/>
            <a:pathLst>
              <a:path w="162397" h="351861" fill="none">
                <a:moveTo>
                  <a:pt x="162397" y="351861"/>
                </a:moveTo>
                <a:quadBezTo>
                  <a:pt x="0" y="213147"/>
                  <a:pt x="13533" y="0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low Assembly Board to Exit"/>
          <p:cNvSpPr/>
          <p:nvPr/>
        </p:nvSpPr>
        <p:spPr>
          <a:xfrm>
            <a:off x="10006919" y="4105656"/>
            <a:ext cx="257129" cy="473659"/>
          </a:xfrm>
          <a:custGeom>
            <a:avLst/>
            <a:gdLst/>
            <a:ahLst/>
            <a:cxnLst/>
            <a:rect l="l" t="t" r="r" b="b"/>
            <a:pathLst>
              <a:path w="257129" h="473659" fill="none">
                <a:moveTo>
                  <a:pt x="0" y="473659"/>
                </a:moveTo>
                <a:quadBezTo>
                  <a:pt x="257129" y="305848"/>
                  <a:pt x="230063" y="0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Assembly Board leader"/>
          <p:cNvCxnSpPr/>
          <p:nvPr/>
        </p:nvCxnSpPr>
        <p:spPr>
          <a:xfrm>
            <a:off x="10006919" y="4782312"/>
            <a:ext cx="811987" cy="0"/>
          </a:xfrm>
          <a:prstGeom prst="line">
            <a:avLst/>
          </a:prstGeom>
          <a:ln w="12700">
            <a:solidFill>
              <a:srgbClr val="5D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Label Buffer"/>
          <p:cNvSpPr txBox="1"/>
          <p:nvPr/>
        </p:nvSpPr>
        <p:spPr>
          <a:xfrm>
            <a:off x="7976951" y="3344941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Buffer</a:t>
            </a:r>
          </a:p>
        </p:txBody>
      </p:sp>
      <p:sp>
        <p:nvSpPr>
          <p:cNvPr id="137" name="Label UR5e-3"/>
          <p:cNvSpPr txBox="1"/>
          <p:nvPr/>
        </p:nvSpPr>
        <p:spPr>
          <a:xfrm>
            <a:off x="9871588" y="3344941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UR5e-3</a:t>
            </a:r>
          </a:p>
        </p:txBody>
      </p:sp>
      <p:sp>
        <p:nvSpPr>
          <p:cNvPr id="138" name="Label UR5e-4"/>
          <p:cNvSpPr txBox="1"/>
          <p:nvPr/>
        </p:nvSpPr>
        <p:spPr>
          <a:xfrm>
            <a:off x="8653607" y="5946160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UR5e-4</a:t>
            </a:r>
          </a:p>
        </p:txBody>
      </p:sp>
      <p:sp>
        <p:nvSpPr>
          <p:cNvPr id="139" name="Label Exit"/>
          <p:cNvSpPr txBox="1"/>
          <p:nvPr/>
        </p:nvSpPr>
        <p:spPr>
          <a:xfrm>
            <a:off x="10873038" y="3886266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Exit</a:t>
            </a:r>
          </a:p>
        </p:txBody>
      </p:sp>
      <p:sp>
        <p:nvSpPr>
          <p:cNvPr id="140" name="Label Assembly Board"/>
          <p:cNvSpPr txBox="1"/>
          <p:nvPr/>
        </p:nvSpPr>
        <p:spPr>
          <a:xfrm>
            <a:off x="10873038" y="4560062"/>
            <a:ext cx="2165299" cy="444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Assembly</a:t>
            </a:r>
          </a:p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Board</a:t>
            </a:r>
          </a:p>
        </p:txBody>
      </p:sp>
      <p:sp>
        <p:nvSpPr>
          <p:cNvPr id="141" name="Label Printer"/>
          <p:cNvSpPr txBox="1"/>
          <p:nvPr/>
        </p:nvSpPr>
        <p:spPr>
          <a:xfrm>
            <a:off x="10873038" y="5347843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Printer</a:t>
            </a:r>
          </a:p>
        </p:txBody>
      </p:sp>
      <p:grpSp>
        <p:nvGrpSpPr>
          <p:cNvPr id="142" name="Legend"/>
          <p:cNvGrpSpPr/>
          <p:nvPr/>
        </p:nvGrpSpPr>
        <p:grpSpPr>
          <a:xfrm>
            <a:off x="236006" y="3171352"/>
            <a:ext cx="2693090" cy="2518197"/>
            <a:chOff x="236006" y="3171352"/>
            <a:chExt cx="2693090" cy="2518197"/>
          </a:xfrm>
        </p:grpSpPr>
        <p:sp>
          <p:nvSpPr>
            <p:cNvPr id="143" name="Legend text Part transfer"/>
            <p:cNvSpPr txBox="1"/>
            <p:nvPr/>
          </p:nvSpPr>
          <p:spPr>
            <a:xfrm>
              <a:off x="696132" y="3171352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Part transfer</a:t>
              </a:r>
            </a:p>
          </p:txBody>
        </p:sp>
        <p:cxnSp>
          <p:nvCxnSpPr>
            <p:cNvPr id="144" name="Legend part transfer"/>
            <p:cNvCxnSpPr/>
            <p:nvPr/>
          </p:nvCxnSpPr>
          <p:spPr>
            <a:xfrm>
              <a:off x="236006" y="3266602"/>
              <a:ext cx="351861" cy="0"/>
            </a:xfrm>
            <a:prstGeom prst="line">
              <a:avLst/>
            </a:prstGeom>
            <a:ln w="25400">
              <a:solidFill>
                <a:srgbClr val="1F5F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Legend text KMR route"/>
            <p:cNvSpPr txBox="1"/>
            <p:nvPr/>
          </p:nvSpPr>
          <p:spPr>
            <a:xfrm>
              <a:off x="696132" y="3462314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KMR route</a:t>
              </a:r>
            </a:p>
          </p:txBody>
        </p:sp>
        <p:cxnSp>
          <p:nvCxnSpPr>
            <p:cNvPr id="146" name="Legend KMR route"/>
            <p:cNvCxnSpPr/>
            <p:nvPr/>
          </p:nvCxnSpPr>
          <p:spPr>
            <a:xfrm>
              <a:off x="236006" y="3557564"/>
              <a:ext cx="351861" cy="0"/>
            </a:xfrm>
            <a:prstGeom prst="line">
              <a:avLst/>
            </a:prstGeom>
            <a:ln w="25400">
              <a:solidFill>
                <a:srgbClr val="B8661D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Legend text KMR docking pose"/>
            <p:cNvSpPr txBox="1"/>
            <p:nvPr/>
          </p:nvSpPr>
          <p:spPr>
            <a:xfrm>
              <a:off x="696132" y="3753276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KMR docking pose</a:t>
              </a:r>
            </a:p>
          </p:txBody>
        </p:sp>
        <p:sp>
          <p:nvSpPr>
            <p:cNvPr id="148" name="Legend KMR docking pose"/>
            <p:cNvSpPr/>
            <p:nvPr/>
          </p:nvSpPr>
          <p:spPr>
            <a:xfrm>
              <a:off x="317205" y="3753794"/>
              <a:ext cx="189463" cy="189463"/>
            </a:xfrm>
            <a:prstGeom prst="roundRect">
              <a:avLst>
                <a:gd name="adj" fmla="val 14285"/>
              </a:avLst>
            </a:prstGeom>
            <a:noFill/>
            <a:ln w="15875">
              <a:solidFill>
                <a:srgbClr val="B8661D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Legend text Conveyor loading position"/>
            <p:cNvSpPr txBox="1"/>
            <p:nvPr/>
          </p:nvSpPr>
          <p:spPr>
            <a:xfrm>
              <a:off x="696132" y="4044238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Conveyor loading position</a:t>
              </a:r>
            </a:p>
          </p:txBody>
        </p:sp>
        <p:sp>
          <p:nvSpPr>
            <p:cNvPr id="150" name="Legend loading position"/>
            <p:cNvSpPr/>
            <p:nvPr/>
          </p:nvSpPr>
          <p:spPr>
            <a:xfrm>
              <a:off x="276606" y="4051523"/>
              <a:ext cx="270662" cy="175930"/>
            </a:xfrm>
            <a:prstGeom prst="rect">
              <a:avLst/>
            </a:prstGeom>
            <a:solidFill>
              <a:srgbClr val="3BB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Legend text Staging tray"/>
            <p:cNvSpPr txBox="1"/>
            <p:nvPr/>
          </p:nvSpPr>
          <p:spPr>
            <a:xfrm>
              <a:off x="696132" y="4335200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Staging tray</a:t>
              </a:r>
            </a:p>
          </p:txBody>
        </p:sp>
        <p:sp>
          <p:nvSpPr>
            <p:cNvPr id="152" name="Legend staging tray"/>
            <p:cNvSpPr/>
            <p:nvPr/>
          </p:nvSpPr>
          <p:spPr>
            <a:xfrm>
              <a:off x="323971" y="4342485"/>
              <a:ext cx="175930" cy="175930"/>
            </a:xfrm>
            <a:prstGeom prst="rect">
              <a:avLst/>
            </a:prstGeom>
            <a:solidFill>
              <a:srgbClr val="BFE3DC"/>
            </a:solidFill>
            <a:ln w="12700">
              <a:solidFill>
                <a:srgbClr val="2A8C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Legend text UR5e reach (0.85 m)"/>
            <p:cNvSpPr txBox="1"/>
            <p:nvPr/>
          </p:nvSpPr>
          <p:spPr>
            <a:xfrm>
              <a:off x="696132" y="4626162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UR5e reach (0.85 m)</a:t>
              </a:r>
            </a:p>
          </p:txBody>
        </p:sp>
        <p:sp>
          <p:nvSpPr>
            <p:cNvPr id="154" name="Legend reach"/>
            <p:cNvSpPr/>
            <p:nvPr/>
          </p:nvSpPr>
          <p:spPr>
            <a:xfrm>
              <a:off x="290139" y="4599614"/>
              <a:ext cx="243596" cy="243596"/>
            </a:xfrm>
            <a:prstGeom prst="ellipse">
              <a:avLst/>
            </a:prstGeom>
            <a:solidFill>
              <a:srgbClr val="5B7BA6">
                <a:alpha val="14000"/>
              </a:srgbClr>
            </a:solidFill>
            <a:ln w="12700">
              <a:solidFill>
                <a:srgbClr val="5B7BA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Legend text KET square peg (×4)"/>
            <p:cNvSpPr txBox="1"/>
            <p:nvPr/>
          </p:nvSpPr>
          <p:spPr>
            <a:xfrm>
              <a:off x="696132" y="4917125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KET square peg (×4)</a:t>
              </a:r>
            </a:p>
          </p:txBody>
        </p:sp>
        <p:sp>
          <p:nvSpPr>
            <p:cNvPr id="156" name="Legend KET peg"/>
            <p:cNvSpPr/>
            <p:nvPr/>
          </p:nvSpPr>
          <p:spPr>
            <a:xfrm>
              <a:off x="354421" y="4954859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Legend text RGOCG round peg (×4)"/>
            <p:cNvSpPr txBox="1"/>
            <p:nvPr/>
          </p:nvSpPr>
          <p:spPr>
            <a:xfrm>
              <a:off x="696132" y="5208087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RGOCG round peg (×4)</a:t>
              </a:r>
            </a:p>
          </p:txBody>
        </p:sp>
        <p:sp>
          <p:nvSpPr>
            <p:cNvPr id="158" name="Legend RGOCG peg"/>
            <p:cNvSpPr/>
            <p:nvPr/>
          </p:nvSpPr>
          <p:spPr>
            <a:xfrm>
              <a:off x="346978" y="5238378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Legend text Printed gear (×3)"/>
            <p:cNvSpPr txBox="1"/>
            <p:nvPr/>
          </p:nvSpPr>
          <p:spPr>
            <a:xfrm>
              <a:off x="696132" y="5499049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Printed gear (×3)</a:t>
              </a:r>
            </a:p>
          </p:txBody>
        </p:sp>
        <p:sp>
          <p:nvSpPr>
            <p:cNvPr id="160" name="Legend gear"/>
            <p:cNvSpPr/>
            <p:nvPr/>
          </p:nvSpPr>
          <p:spPr>
            <a:xfrm>
              <a:off x="323971" y="5506333"/>
              <a:ext cx="175930" cy="175930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1" name="Scale bar"/>
          <p:cNvGrpSpPr/>
          <p:nvPr/>
        </p:nvGrpSpPr>
        <p:grpSpPr>
          <a:xfrm>
            <a:off x="3105028" y="5593781"/>
            <a:ext cx="1353312" cy="325313"/>
            <a:chOff x="3105028" y="5593781"/>
            <a:chExt cx="1353312" cy="325313"/>
          </a:xfrm>
        </p:grpSpPr>
        <p:cxnSp>
          <p:nvCxnSpPr>
            <p:cNvPr id="162" name="Scale bar line"/>
            <p:cNvCxnSpPr/>
            <p:nvPr/>
          </p:nvCxnSpPr>
          <p:spPr>
            <a:xfrm>
              <a:off x="3105028" y="5864961"/>
              <a:ext cx="1353312" cy="0"/>
            </a:xfrm>
            <a:prstGeom prst="line">
              <a:avLst/>
            </a:prstGeom>
            <a:ln w="2222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cale bar tick"/>
            <p:cNvCxnSpPr/>
            <p:nvPr/>
          </p:nvCxnSpPr>
          <p:spPr>
            <a:xfrm flipV="1">
              <a:off x="3105028" y="5810829"/>
              <a:ext cx="0" cy="108265"/>
            </a:xfrm>
            <a:prstGeom prst="line">
              <a:avLst/>
            </a:prstGeom>
            <a:ln w="1587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cale bar tick"/>
            <p:cNvCxnSpPr/>
            <p:nvPr/>
          </p:nvCxnSpPr>
          <p:spPr>
            <a:xfrm flipV="1">
              <a:off x="3781684" y="5810829"/>
              <a:ext cx="0" cy="108265"/>
            </a:xfrm>
            <a:prstGeom prst="line">
              <a:avLst/>
            </a:prstGeom>
            <a:ln w="1587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cale bar tick"/>
            <p:cNvCxnSpPr/>
            <p:nvPr/>
          </p:nvCxnSpPr>
          <p:spPr>
            <a:xfrm flipV="1">
              <a:off x="4458340" y="5810829"/>
              <a:ext cx="0" cy="108265"/>
            </a:xfrm>
            <a:prstGeom prst="line">
              <a:avLst/>
            </a:prstGeom>
            <a:ln w="1587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Scale bar label"/>
            <p:cNvSpPr txBox="1"/>
            <p:nvPr/>
          </p:nvSpPr>
          <p:spPr>
            <a:xfrm>
              <a:off x="3375691" y="5593781"/>
              <a:ext cx="811987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00" b="0">
                  <a:solidFill>
                    <a:srgbClr val="2B2F36"/>
                  </a:solidFill>
                  <a:latin typeface="Arial"/>
                </a:rPr>
                <a:t>1 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R5e-1 reach"/>
          <p:cNvSpPr/>
          <p:nvPr/>
        </p:nvSpPr>
        <p:spPr>
          <a:xfrm>
            <a:off x="3105028" y="2143353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UR5e-2 reach"/>
          <p:cNvSpPr/>
          <p:nvPr/>
        </p:nvSpPr>
        <p:spPr>
          <a:xfrm>
            <a:off x="5811652" y="2143353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R5e-3 reach"/>
          <p:cNvSpPr/>
          <p:nvPr/>
        </p:nvSpPr>
        <p:spPr>
          <a:xfrm>
            <a:off x="8585941" y="2955340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R5e-4 reach"/>
          <p:cNvSpPr/>
          <p:nvPr/>
        </p:nvSpPr>
        <p:spPr>
          <a:xfrm>
            <a:off x="8585941" y="4308652"/>
            <a:ext cx="2300630" cy="2300630"/>
          </a:xfrm>
          <a:prstGeom prst="ellipse">
            <a:avLst/>
          </a:prstGeom>
          <a:solidFill>
            <a:srgbClr val="5B7BA6">
              <a:alpha val="8000"/>
            </a:srgbClr>
          </a:solidFill>
          <a:ln w="12700">
            <a:solidFill>
              <a:srgbClr val="5B7B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ssembly table"/>
          <p:cNvSpPr/>
          <p:nvPr/>
        </p:nvSpPr>
        <p:spPr>
          <a:xfrm>
            <a:off x="8721272" y="3699662"/>
            <a:ext cx="2029967" cy="2165299"/>
          </a:xfrm>
          <a:prstGeom prst="rect">
            <a:avLst/>
          </a:prstGeom>
          <a:solidFill>
            <a:srgbClr val="F6E9D4"/>
          </a:solidFill>
          <a:ln w="19050">
            <a:solidFill>
              <a:srgbClr val="B08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Storage"/>
          <p:cNvGrpSpPr/>
          <p:nvPr/>
        </p:nvGrpSpPr>
        <p:grpSpPr>
          <a:xfrm>
            <a:off x="330738" y="823874"/>
            <a:ext cx="1353312" cy="1691640"/>
            <a:chOff x="330738" y="823874"/>
            <a:chExt cx="1353312" cy="1691640"/>
          </a:xfrm>
        </p:grpSpPr>
        <p:sp>
          <p:nvSpPr>
            <p:cNvPr id="8" name="Storage body"/>
            <p:cNvSpPr/>
            <p:nvPr/>
          </p:nvSpPr>
          <p:spPr>
            <a:xfrm>
              <a:off x="330738" y="823874"/>
              <a:ext cx="1353312" cy="1691640"/>
            </a:xfrm>
            <a:prstGeom prst="rect">
              <a:avLst/>
            </a:prstGeom>
            <a:solidFill>
              <a:srgbClr val="DCE8F5"/>
            </a:solidFill>
            <a:ln w="1905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KET tray"/>
            <p:cNvSpPr/>
            <p:nvPr/>
          </p:nvSpPr>
          <p:spPr>
            <a:xfrm>
              <a:off x="628467" y="938905"/>
              <a:ext cx="297728" cy="1461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GOCG tray"/>
            <p:cNvSpPr/>
            <p:nvPr/>
          </p:nvSpPr>
          <p:spPr>
            <a:xfrm>
              <a:off x="1088593" y="938905"/>
              <a:ext cx="297728" cy="1461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KET peg 1"/>
            <p:cNvSpPr/>
            <p:nvPr/>
          </p:nvSpPr>
          <p:spPr>
            <a:xfrm>
              <a:off x="719815" y="2126437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GOCG peg 1"/>
            <p:cNvSpPr/>
            <p:nvPr/>
          </p:nvSpPr>
          <p:spPr>
            <a:xfrm>
              <a:off x="1172498" y="2118993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KET peg 2"/>
            <p:cNvSpPr/>
            <p:nvPr/>
          </p:nvSpPr>
          <p:spPr>
            <a:xfrm>
              <a:off x="719815" y="1788109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GOCG peg 2"/>
            <p:cNvSpPr/>
            <p:nvPr/>
          </p:nvSpPr>
          <p:spPr>
            <a:xfrm>
              <a:off x="1172498" y="1780665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KET peg 3"/>
            <p:cNvSpPr/>
            <p:nvPr/>
          </p:nvSpPr>
          <p:spPr>
            <a:xfrm>
              <a:off x="719815" y="1449781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GOCG peg 3"/>
            <p:cNvSpPr/>
            <p:nvPr/>
          </p:nvSpPr>
          <p:spPr>
            <a:xfrm>
              <a:off x="1172498" y="1442337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KET peg 4"/>
            <p:cNvSpPr/>
            <p:nvPr/>
          </p:nvSpPr>
          <p:spPr>
            <a:xfrm>
              <a:off x="719815" y="1111453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GOCG peg 4"/>
            <p:cNvSpPr/>
            <p:nvPr/>
          </p:nvSpPr>
          <p:spPr>
            <a:xfrm>
              <a:off x="1172498" y="1104009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KMR docking pose M1"/>
          <p:cNvSpPr/>
          <p:nvPr/>
        </p:nvSpPr>
        <p:spPr>
          <a:xfrm>
            <a:off x="2949397" y="1074237"/>
            <a:ext cx="852586" cy="1461576"/>
          </a:xfrm>
          <a:prstGeom prst="roundRect">
            <a:avLst>
              <a:gd name="adj" fmla="val 9523"/>
            </a:avLst>
          </a:prstGeom>
          <a:noFill/>
          <a:ln w="15875">
            <a:solidFill>
              <a:srgbClr val="B8661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MR docking pose M2"/>
          <p:cNvSpPr/>
          <p:nvPr/>
        </p:nvSpPr>
        <p:spPr>
          <a:xfrm>
            <a:off x="5656021" y="1074237"/>
            <a:ext cx="852586" cy="1461576"/>
          </a:xfrm>
          <a:prstGeom prst="roundRect">
            <a:avLst>
              <a:gd name="adj" fmla="val 9523"/>
            </a:avLst>
          </a:prstGeom>
          <a:noFill/>
          <a:ln w="15875">
            <a:solidFill>
              <a:srgbClr val="B8661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KMR route Storage-M1"/>
          <p:cNvCxnSpPr/>
          <p:nvPr/>
        </p:nvCxnSpPr>
        <p:spPr>
          <a:xfrm flipV="1">
            <a:off x="2238908" y="1805025"/>
            <a:ext cx="1136782" cy="94732"/>
          </a:xfrm>
          <a:prstGeom prst="line">
            <a:avLst/>
          </a:prstGeom>
          <a:ln w="25400">
            <a:solidFill>
              <a:srgbClr val="B866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KMR route Storage-M2"/>
          <p:cNvSpPr/>
          <p:nvPr/>
        </p:nvSpPr>
        <p:spPr>
          <a:xfrm>
            <a:off x="2238908" y="587044"/>
            <a:ext cx="3843406" cy="1312713"/>
          </a:xfrm>
          <a:custGeom>
            <a:avLst/>
            <a:gdLst/>
            <a:ahLst/>
            <a:cxnLst/>
            <a:rect l="l" t="t" r="r" b="b"/>
            <a:pathLst>
              <a:path w="3843406" h="1312713" fill="none">
                <a:moveTo>
                  <a:pt x="0" y="1312713"/>
                </a:moveTo>
                <a:lnTo>
                  <a:pt x="0" y="0"/>
                </a:lnTo>
                <a:lnTo>
                  <a:pt x="3843406" y="0"/>
                </a:lnTo>
                <a:lnTo>
                  <a:pt x="3843406" y="1217981"/>
                </a:lnTo>
              </a:path>
            </a:pathLst>
          </a:custGeom>
          <a:noFill/>
          <a:ln w="25400">
            <a:solidFill>
              <a:srgbClr val="B8661D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" name="KUKA KMR"/>
          <p:cNvGrpSpPr/>
          <p:nvPr/>
        </p:nvGrpSpPr>
        <p:grpSpPr>
          <a:xfrm>
            <a:off x="1672996" y="1168968"/>
            <a:ext cx="992205" cy="1461576"/>
            <a:chOff x="1672996" y="1168968"/>
            <a:chExt cx="992205" cy="1461576"/>
          </a:xfrm>
        </p:grpSpPr>
        <p:sp>
          <p:nvSpPr>
            <p:cNvPr id="24" name="KMR platform"/>
            <p:cNvSpPr/>
            <p:nvPr/>
          </p:nvSpPr>
          <p:spPr>
            <a:xfrm>
              <a:off x="1812615" y="1168968"/>
              <a:ext cx="852586" cy="1461576"/>
            </a:xfrm>
            <a:prstGeom prst="roundRect">
              <a:avLst>
                <a:gd name="adj" fmla="val 9523"/>
              </a:avLst>
            </a:prstGeom>
            <a:solidFill>
              <a:srgbClr val="F0A648"/>
            </a:solidFill>
            <a:ln w="19050">
              <a:solidFill>
                <a:srgbClr val="8A5A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KMR wheel"/>
            <p:cNvSpPr/>
            <p:nvPr/>
          </p:nvSpPr>
          <p:spPr>
            <a:xfrm>
              <a:off x="1839681" y="2278684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KMR wheel"/>
            <p:cNvSpPr/>
            <p:nvPr/>
          </p:nvSpPr>
          <p:spPr>
            <a:xfrm>
              <a:off x="1839681" y="1223101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KMR wheel"/>
            <p:cNvSpPr/>
            <p:nvPr/>
          </p:nvSpPr>
          <p:spPr>
            <a:xfrm>
              <a:off x="2543403" y="2278684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KMR wheel"/>
            <p:cNvSpPr/>
            <p:nvPr/>
          </p:nvSpPr>
          <p:spPr>
            <a:xfrm>
              <a:off x="2543403" y="1223101"/>
              <a:ext cx="94731" cy="29772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" name="KMR arm"/>
            <p:cNvGrpSpPr/>
            <p:nvPr/>
          </p:nvGrpSpPr>
          <p:grpSpPr>
            <a:xfrm>
              <a:off x="1672996" y="2046495"/>
              <a:ext cx="728308" cy="353987"/>
              <a:chOff x="1672996" y="2046495"/>
              <a:chExt cx="728308" cy="353987"/>
            </a:xfrm>
          </p:grpSpPr>
          <p:sp>
            <p:nvSpPr>
              <p:cNvPr id="30" name="KMR arm arm"/>
              <p:cNvSpPr/>
              <p:nvPr/>
            </p:nvSpPr>
            <p:spPr>
              <a:xfrm>
                <a:off x="1767190" y="2126335"/>
                <a:ext cx="471718" cy="196373"/>
              </a:xfrm>
              <a:custGeom>
                <a:avLst/>
                <a:gdLst/>
                <a:ahLst/>
                <a:cxnLst/>
                <a:rect l="l" t="t" r="r" b="b"/>
                <a:pathLst>
                  <a:path w="471718" h="196373" fill="none">
                    <a:moveTo>
                      <a:pt x="471718" y="111750"/>
                    </a:moveTo>
                    <a:lnTo>
                      <a:pt x="186269" y="196373"/>
                    </a:lnTo>
                    <a:lnTo>
                      <a:pt x="0" y="0"/>
                    </a:lnTo>
                  </a:path>
                </a:pathLst>
              </a:custGeom>
              <a:noFill/>
              <a:ln w="55880" cap="rnd">
                <a:solidFill>
                  <a:srgbClr val="2F3B4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KMR arm gripper"/>
              <p:cNvSpPr/>
              <p:nvPr/>
            </p:nvSpPr>
            <p:spPr>
              <a:xfrm>
                <a:off x="1672996" y="2046495"/>
                <a:ext cx="109956" cy="138664"/>
              </a:xfrm>
              <a:custGeom>
                <a:avLst/>
                <a:gdLst/>
                <a:ahLst/>
                <a:cxnLst/>
                <a:rect l="l" t="t" r="r" b="b"/>
                <a:pathLst>
                  <a:path w="109956" h="138664" fill="none">
                    <a:moveTo>
                      <a:pt x="0" y="117648"/>
                    </a:moveTo>
                    <a:lnTo>
                      <a:pt x="78432" y="138664"/>
                    </a:lnTo>
                    <a:lnTo>
                      <a:pt x="109956" y="21016"/>
                    </a:lnTo>
                    <a:lnTo>
                      <a:pt x="31524" y="0"/>
                    </a:lnTo>
                  </a:path>
                </a:pathLst>
              </a:custGeom>
              <a:noFill/>
              <a:ln w="25400" cap="rnd">
                <a:solidFill>
                  <a:srgbClr val="2F3B4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KMR arm base"/>
              <p:cNvSpPr/>
              <p:nvPr/>
            </p:nvSpPr>
            <p:spPr>
              <a:xfrm>
                <a:off x="2076510" y="2075688"/>
                <a:ext cx="324794" cy="324794"/>
              </a:xfrm>
              <a:prstGeom prst="ellipse">
                <a:avLst/>
              </a:prstGeom>
              <a:solidFill>
                <a:srgbClr val="2F3B4C"/>
              </a:solidFill>
              <a:ln w="1397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KMR arm base centre"/>
              <p:cNvSpPr/>
              <p:nvPr/>
            </p:nvSpPr>
            <p:spPr>
              <a:xfrm>
                <a:off x="2178009" y="2177186"/>
                <a:ext cx="121798" cy="12179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34" name="Label Storage"/>
          <p:cNvSpPr txBox="1"/>
          <p:nvPr/>
        </p:nvSpPr>
        <p:spPr>
          <a:xfrm>
            <a:off x="-75255" y="2711744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Storage</a:t>
            </a:r>
          </a:p>
        </p:txBody>
      </p:sp>
      <p:sp>
        <p:nvSpPr>
          <p:cNvPr id="35" name="Label KUKA KMR"/>
          <p:cNvSpPr txBox="1"/>
          <p:nvPr/>
        </p:nvSpPr>
        <p:spPr>
          <a:xfrm>
            <a:off x="1156259" y="2711744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KUKA KMR</a:t>
            </a:r>
          </a:p>
        </p:txBody>
      </p:sp>
      <p:grpSp>
        <p:nvGrpSpPr>
          <p:cNvPr id="36" name="M1"/>
          <p:cNvGrpSpPr/>
          <p:nvPr/>
        </p:nvGrpSpPr>
        <p:grpSpPr>
          <a:xfrm>
            <a:off x="3896038" y="1870661"/>
            <a:ext cx="718608" cy="680715"/>
            <a:chOff x="3896038" y="1870661"/>
            <a:chExt cx="718608" cy="680715"/>
          </a:xfrm>
        </p:grpSpPr>
        <p:sp>
          <p:nvSpPr>
            <p:cNvPr id="37" name="M1 enclosure"/>
            <p:cNvSpPr/>
            <p:nvPr/>
          </p:nvSpPr>
          <p:spPr>
            <a:xfrm>
              <a:off x="3896038" y="1870661"/>
              <a:ext cx="718608" cy="680715"/>
            </a:xfrm>
            <a:prstGeom prst="rect">
              <a:avLst/>
            </a:prstGeom>
            <a:solidFill>
              <a:srgbClr val="DDE1E7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M1 name"/>
            <p:cNvSpPr txBox="1"/>
            <p:nvPr/>
          </p:nvSpPr>
          <p:spPr>
            <a:xfrm>
              <a:off x="3917015" y="1997225"/>
              <a:ext cx="676656" cy="2381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>
                  <a:solidFill>
                    <a:srgbClr val="2B2F36"/>
                  </a:solidFill>
                  <a:latin typeface="Arial"/>
                </a:rPr>
                <a:t>M1</a:t>
              </a:r>
            </a:p>
          </p:txBody>
        </p:sp>
        <p:sp>
          <p:nvSpPr>
            <p:cNvPr id="39" name="M1 peg"/>
            <p:cNvSpPr/>
            <p:nvPr/>
          </p:nvSpPr>
          <p:spPr>
            <a:xfrm>
              <a:off x="4204594" y="2309134"/>
              <a:ext cx="101498" cy="101498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0" name="M1 staging tray"/>
          <p:cNvSpPr/>
          <p:nvPr/>
        </p:nvSpPr>
        <p:spPr>
          <a:xfrm>
            <a:off x="3402756" y="3185403"/>
            <a:ext cx="216529" cy="216529"/>
          </a:xfrm>
          <a:prstGeom prst="rect">
            <a:avLst/>
          </a:prstGeom>
          <a:solidFill>
            <a:srgbClr val="BFE3DC"/>
          </a:solidFill>
          <a:ln w="1270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1" name="UR5e-1"/>
          <p:cNvGrpSpPr/>
          <p:nvPr/>
        </p:nvGrpSpPr>
        <p:grpSpPr>
          <a:xfrm>
            <a:off x="4092945" y="2727902"/>
            <a:ext cx="324794" cy="728163"/>
            <a:chOff x="4092945" y="2727902"/>
            <a:chExt cx="324794" cy="728163"/>
          </a:xfrm>
        </p:grpSpPr>
        <p:sp>
          <p:nvSpPr>
            <p:cNvPr id="42" name="UR5e-1 arm"/>
            <p:cNvSpPr/>
            <p:nvPr/>
          </p:nvSpPr>
          <p:spPr>
            <a:xfrm>
              <a:off x="4099724" y="2809101"/>
              <a:ext cx="155619" cy="484567"/>
            </a:xfrm>
            <a:custGeom>
              <a:avLst/>
              <a:gdLst/>
              <a:ahLst/>
              <a:cxnLst/>
              <a:rect l="l" t="t" r="r" b="b"/>
              <a:pathLst>
                <a:path w="155619" h="484567" fill="none">
                  <a:moveTo>
                    <a:pt x="155619" y="484567"/>
                  </a:moveTo>
                  <a:lnTo>
                    <a:pt x="0" y="230746"/>
                  </a:lnTo>
                  <a:lnTo>
                    <a:pt x="141472" y="0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UR5e-1 gripper"/>
            <p:cNvSpPr/>
            <p:nvPr/>
          </p:nvSpPr>
          <p:spPr>
            <a:xfrm>
              <a:off x="4180297" y="2727902"/>
              <a:ext cx="121798" cy="81199"/>
            </a:xfrm>
            <a:custGeom>
              <a:avLst/>
              <a:gdLst/>
              <a:ahLst/>
              <a:cxnLst/>
              <a:rect l="l" t="t" r="r" b="b"/>
              <a:pathLst>
                <a:path w="121798" h="81199" fill="none">
                  <a:moveTo>
                    <a:pt x="0" y="0"/>
                  </a:moveTo>
                  <a:lnTo>
                    <a:pt x="0" y="81199"/>
                  </a:lnTo>
                  <a:lnTo>
                    <a:pt x="121798" y="81199"/>
                  </a:lnTo>
                  <a:lnTo>
                    <a:pt x="121798" y="0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UR5e-1 base"/>
            <p:cNvSpPr/>
            <p:nvPr/>
          </p:nvSpPr>
          <p:spPr>
            <a:xfrm>
              <a:off x="4092945" y="3131271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UR5e-1 base centre"/>
            <p:cNvSpPr/>
            <p:nvPr/>
          </p:nvSpPr>
          <p:spPr>
            <a:xfrm>
              <a:off x="4194444" y="3232769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Label UR5e-1"/>
          <p:cNvSpPr txBox="1"/>
          <p:nvPr/>
        </p:nvSpPr>
        <p:spPr>
          <a:xfrm>
            <a:off x="4512472" y="3236676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UR5e-1</a:t>
            </a:r>
          </a:p>
        </p:txBody>
      </p:sp>
      <p:grpSp>
        <p:nvGrpSpPr>
          <p:cNvPr id="47" name="M2"/>
          <p:cNvGrpSpPr/>
          <p:nvPr/>
        </p:nvGrpSpPr>
        <p:grpSpPr>
          <a:xfrm>
            <a:off x="6602662" y="1870661"/>
            <a:ext cx="718608" cy="680715"/>
            <a:chOff x="6602662" y="1870661"/>
            <a:chExt cx="718608" cy="680715"/>
          </a:xfrm>
        </p:grpSpPr>
        <p:sp>
          <p:nvSpPr>
            <p:cNvPr id="48" name="M2 enclosure"/>
            <p:cNvSpPr/>
            <p:nvPr/>
          </p:nvSpPr>
          <p:spPr>
            <a:xfrm>
              <a:off x="6602662" y="1870661"/>
              <a:ext cx="718608" cy="680715"/>
            </a:xfrm>
            <a:prstGeom prst="rect">
              <a:avLst/>
            </a:prstGeom>
            <a:solidFill>
              <a:srgbClr val="DDE1E7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M2 name"/>
            <p:cNvSpPr txBox="1"/>
            <p:nvPr/>
          </p:nvSpPr>
          <p:spPr>
            <a:xfrm>
              <a:off x="6623639" y="1997225"/>
              <a:ext cx="676656" cy="2381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>
                  <a:solidFill>
                    <a:srgbClr val="2B2F36"/>
                  </a:solidFill>
                  <a:latin typeface="Arial"/>
                </a:rPr>
                <a:t>M2</a:t>
              </a:r>
            </a:p>
          </p:txBody>
        </p:sp>
        <p:sp>
          <p:nvSpPr>
            <p:cNvPr id="50" name="M2 peg"/>
            <p:cNvSpPr/>
            <p:nvPr/>
          </p:nvSpPr>
          <p:spPr>
            <a:xfrm>
              <a:off x="6905128" y="2303044"/>
              <a:ext cx="113678" cy="113678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M2 staging tray"/>
          <p:cNvSpPr/>
          <p:nvPr/>
        </p:nvSpPr>
        <p:spPr>
          <a:xfrm>
            <a:off x="6109380" y="3185403"/>
            <a:ext cx="216529" cy="216529"/>
          </a:xfrm>
          <a:prstGeom prst="rect">
            <a:avLst/>
          </a:prstGeom>
          <a:solidFill>
            <a:srgbClr val="BFE3DC"/>
          </a:solidFill>
          <a:ln w="1270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2" name="UR5e-2"/>
          <p:cNvGrpSpPr/>
          <p:nvPr/>
        </p:nvGrpSpPr>
        <p:grpSpPr>
          <a:xfrm>
            <a:off x="6799569" y="2727902"/>
            <a:ext cx="324794" cy="728163"/>
            <a:chOff x="6799569" y="2727902"/>
            <a:chExt cx="324794" cy="728163"/>
          </a:xfrm>
        </p:grpSpPr>
        <p:sp>
          <p:nvSpPr>
            <p:cNvPr id="53" name="UR5e-2 arm"/>
            <p:cNvSpPr/>
            <p:nvPr/>
          </p:nvSpPr>
          <p:spPr>
            <a:xfrm>
              <a:off x="6806348" y="2809101"/>
              <a:ext cx="155619" cy="484567"/>
            </a:xfrm>
            <a:custGeom>
              <a:avLst/>
              <a:gdLst/>
              <a:ahLst/>
              <a:cxnLst/>
              <a:rect l="l" t="t" r="r" b="b"/>
              <a:pathLst>
                <a:path w="155619" h="484567" fill="none">
                  <a:moveTo>
                    <a:pt x="155619" y="484567"/>
                  </a:moveTo>
                  <a:lnTo>
                    <a:pt x="0" y="230746"/>
                  </a:lnTo>
                  <a:lnTo>
                    <a:pt x="141472" y="0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UR5e-2 gripper"/>
            <p:cNvSpPr/>
            <p:nvPr/>
          </p:nvSpPr>
          <p:spPr>
            <a:xfrm>
              <a:off x="6886921" y="2727902"/>
              <a:ext cx="121798" cy="81199"/>
            </a:xfrm>
            <a:custGeom>
              <a:avLst/>
              <a:gdLst/>
              <a:ahLst/>
              <a:cxnLst/>
              <a:rect l="l" t="t" r="r" b="b"/>
              <a:pathLst>
                <a:path w="121798" h="81199" fill="none">
                  <a:moveTo>
                    <a:pt x="0" y="0"/>
                  </a:moveTo>
                  <a:lnTo>
                    <a:pt x="0" y="81199"/>
                  </a:lnTo>
                  <a:lnTo>
                    <a:pt x="121798" y="81199"/>
                  </a:lnTo>
                  <a:lnTo>
                    <a:pt x="121798" y="0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UR5e-2 base"/>
            <p:cNvSpPr/>
            <p:nvPr/>
          </p:nvSpPr>
          <p:spPr>
            <a:xfrm>
              <a:off x="6799569" y="3131271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UR5e-2 base centre"/>
            <p:cNvSpPr/>
            <p:nvPr/>
          </p:nvSpPr>
          <p:spPr>
            <a:xfrm>
              <a:off x="6901068" y="3232769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7" name="Label UR5e-2"/>
          <p:cNvSpPr txBox="1"/>
          <p:nvPr/>
        </p:nvSpPr>
        <p:spPr>
          <a:xfrm>
            <a:off x="7219096" y="3236676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UR5e-2</a:t>
            </a:r>
          </a:p>
        </p:txBody>
      </p:sp>
      <p:grpSp>
        <p:nvGrpSpPr>
          <p:cNvPr id="58" name="Conveyor"/>
          <p:cNvGrpSpPr/>
          <p:nvPr/>
        </p:nvGrpSpPr>
        <p:grpSpPr>
          <a:xfrm>
            <a:off x="3037362" y="3902659"/>
            <a:ext cx="5683910" cy="405993"/>
            <a:chOff x="3037362" y="3902659"/>
            <a:chExt cx="5683910" cy="405993"/>
          </a:xfrm>
        </p:grpSpPr>
        <p:sp>
          <p:nvSpPr>
            <p:cNvPr id="59" name="Conveyor belt"/>
            <p:cNvSpPr/>
            <p:nvPr/>
          </p:nvSpPr>
          <p:spPr>
            <a:xfrm>
              <a:off x="3037362" y="3902659"/>
              <a:ext cx="5683910" cy="405993"/>
            </a:xfrm>
            <a:prstGeom prst="rect">
              <a:avLst/>
            </a:prstGeom>
            <a:solidFill>
              <a:srgbClr val="6B7280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veyor roller"/>
            <p:cNvCxnSpPr/>
            <p:nvPr/>
          </p:nvCxnSpPr>
          <p:spPr>
            <a:xfrm flipV="1">
              <a:off x="3172693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veyor roller"/>
            <p:cNvCxnSpPr/>
            <p:nvPr/>
          </p:nvCxnSpPr>
          <p:spPr>
            <a:xfrm flipV="1">
              <a:off x="337569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veyor roller"/>
            <p:cNvCxnSpPr/>
            <p:nvPr/>
          </p:nvCxnSpPr>
          <p:spPr>
            <a:xfrm flipV="1">
              <a:off x="3578687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veyor roller"/>
            <p:cNvCxnSpPr/>
            <p:nvPr/>
          </p:nvCxnSpPr>
          <p:spPr>
            <a:xfrm flipV="1">
              <a:off x="3781684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veyor roller"/>
            <p:cNvCxnSpPr/>
            <p:nvPr/>
          </p:nvCxnSpPr>
          <p:spPr>
            <a:xfrm flipV="1">
              <a:off x="398468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veyor roller"/>
            <p:cNvCxnSpPr/>
            <p:nvPr/>
          </p:nvCxnSpPr>
          <p:spPr>
            <a:xfrm flipV="1">
              <a:off x="4187677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veyor roller"/>
            <p:cNvCxnSpPr/>
            <p:nvPr/>
          </p:nvCxnSpPr>
          <p:spPr>
            <a:xfrm flipV="1">
              <a:off x="4390674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veyor roller"/>
            <p:cNvCxnSpPr/>
            <p:nvPr/>
          </p:nvCxnSpPr>
          <p:spPr>
            <a:xfrm flipV="1">
              <a:off x="4593671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veyor roller"/>
            <p:cNvCxnSpPr/>
            <p:nvPr/>
          </p:nvCxnSpPr>
          <p:spPr>
            <a:xfrm flipV="1">
              <a:off x="4796668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veyor roller"/>
            <p:cNvCxnSpPr/>
            <p:nvPr/>
          </p:nvCxnSpPr>
          <p:spPr>
            <a:xfrm flipV="1">
              <a:off x="4999664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veyor roller"/>
            <p:cNvCxnSpPr/>
            <p:nvPr/>
          </p:nvCxnSpPr>
          <p:spPr>
            <a:xfrm flipV="1">
              <a:off x="5202661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veyor roller"/>
            <p:cNvCxnSpPr/>
            <p:nvPr/>
          </p:nvCxnSpPr>
          <p:spPr>
            <a:xfrm flipV="1">
              <a:off x="5405658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veyor roller"/>
            <p:cNvCxnSpPr/>
            <p:nvPr/>
          </p:nvCxnSpPr>
          <p:spPr>
            <a:xfrm flipV="1">
              <a:off x="5608655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veyor roller"/>
            <p:cNvCxnSpPr/>
            <p:nvPr/>
          </p:nvCxnSpPr>
          <p:spPr>
            <a:xfrm flipV="1">
              <a:off x="5811652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veyor roller"/>
            <p:cNvCxnSpPr/>
            <p:nvPr/>
          </p:nvCxnSpPr>
          <p:spPr>
            <a:xfrm flipV="1">
              <a:off x="6014648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veyor roller"/>
            <p:cNvCxnSpPr/>
            <p:nvPr/>
          </p:nvCxnSpPr>
          <p:spPr>
            <a:xfrm flipV="1">
              <a:off x="6217645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veyor roller"/>
            <p:cNvCxnSpPr/>
            <p:nvPr/>
          </p:nvCxnSpPr>
          <p:spPr>
            <a:xfrm flipV="1">
              <a:off x="6420642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veyor roller"/>
            <p:cNvCxnSpPr/>
            <p:nvPr/>
          </p:nvCxnSpPr>
          <p:spPr>
            <a:xfrm flipV="1">
              <a:off x="6623639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veyor roller"/>
            <p:cNvCxnSpPr/>
            <p:nvPr/>
          </p:nvCxnSpPr>
          <p:spPr>
            <a:xfrm flipV="1">
              <a:off x="6826636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veyor roller"/>
            <p:cNvCxnSpPr/>
            <p:nvPr/>
          </p:nvCxnSpPr>
          <p:spPr>
            <a:xfrm flipV="1">
              <a:off x="7029632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veyor roller"/>
            <p:cNvCxnSpPr/>
            <p:nvPr/>
          </p:nvCxnSpPr>
          <p:spPr>
            <a:xfrm flipV="1">
              <a:off x="7232629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veyor roller"/>
            <p:cNvCxnSpPr/>
            <p:nvPr/>
          </p:nvCxnSpPr>
          <p:spPr>
            <a:xfrm flipV="1">
              <a:off x="7435626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veyor roller"/>
            <p:cNvCxnSpPr/>
            <p:nvPr/>
          </p:nvCxnSpPr>
          <p:spPr>
            <a:xfrm flipV="1">
              <a:off x="7638623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veyor roller"/>
            <p:cNvCxnSpPr/>
            <p:nvPr/>
          </p:nvCxnSpPr>
          <p:spPr>
            <a:xfrm flipV="1">
              <a:off x="784162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veyor roller"/>
            <p:cNvCxnSpPr/>
            <p:nvPr/>
          </p:nvCxnSpPr>
          <p:spPr>
            <a:xfrm flipV="1">
              <a:off x="8044616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veyor roller"/>
            <p:cNvCxnSpPr/>
            <p:nvPr/>
          </p:nvCxnSpPr>
          <p:spPr>
            <a:xfrm flipV="1">
              <a:off x="8247613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veyor roller"/>
            <p:cNvCxnSpPr/>
            <p:nvPr/>
          </p:nvCxnSpPr>
          <p:spPr>
            <a:xfrm flipV="1">
              <a:off x="8450610" y="3916192"/>
              <a:ext cx="0" cy="378927"/>
            </a:xfrm>
            <a:prstGeom prst="line">
              <a:avLst/>
            </a:prstGeom>
            <a:ln w="9525">
              <a:solidFill>
                <a:srgbClr val="8B92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Conveyor direction"/>
            <p:cNvSpPr/>
            <p:nvPr/>
          </p:nvSpPr>
          <p:spPr>
            <a:xfrm>
              <a:off x="3524554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Conveyor direction"/>
            <p:cNvSpPr/>
            <p:nvPr/>
          </p:nvSpPr>
          <p:spPr>
            <a:xfrm>
              <a:off x="4877866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Conveyor direction"/>
            <p:cNvSpPr/>
            <p:nvPr/>
          </p:nvSpPr>
          <p:spPr>
            <a:xfrm>
              <a:off x="6231178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Conveyor direction"/>
            <p:cNvSpPr/>
            <p:nvPr/>
          </p:nvSpPr>
          <p:spPr>
            <a:xfrm>
              <a:off x="7584490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Conveyor direction"/>
            <p:cNvSpPr/>
            <p:nvPr/>
          </p:nvSpPr>
          <p:spPr>
            <a:xfrm>
              <a:off x="8261146" y="4017690"/>
              <a:ext cx="108265" cy="175931"/>
            </a:xfrm>
            <a:custGeom>
              <a:avLst/>
              <a:gdLst/>
              <a:ahLst/>
              <a:cxnLst/>
              <a:rect l="l" t="t" r="r" b="b"/>
              <a:pathLst>
                <a:path w="108265" h="175931" fill="none">
                  <a:moveTo>
                    <a:pt x="0" y="0"/>
                  </a:moveTo>
                  <a:lnTo>
                    <a:pt x="108265" y="87966"/>
                  </a:lnTo>
                  <a:lnTo>
                    <a:pt x="0" y="175931"/>
                  </a:lnTo>
                </a:path>
              </a:pathLst>
            </a:custGeom>
            <a:noFill/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Conveyor loading position ur5e-1"/>
            <p:cNvSpPr/>
            <p:nvPr/>
          </p:nvSpPr>
          <p:spPr>
            <a:xfrm>
              <a:off x="4120012" y="3956791"/>
              <a:ext cx="270662" cy="297728"/>
            </a:xfrm>
            <a:prstGeom prst="rect">
              <a:avLst/>
            </a:prstGeom>
            <a:solidFill>
              <a:srgbClr val="3BB39B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onveyor loading position ur5e-2"/>
            <p:cNvSpPr/>
            <p:nvPr/>
          </p:nvSpPr>
          <p:spPr>
            <a:xfrm>
              <a:off x="6826636" y="3956791"/>
              <a:ext cx="270662" cy="297728"/>
            </a:xfrm>
            <a:prstGeom prst="rect">
              <a:avLst/>
            </a:prstGeom>
            <a:solidFill>
              <a:srgbClr val="3BB39B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4" name="Label Conveyor"/>
          <p:cNvSpPr txBox="1"/>
          <p:nvPr/>
        </p:nvSpPr>
        <p:spPr>
          <a:xfrm>
            <a:off x="4526006" y="4416917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Conveyor</a:t>
            </a:r>
          </a:p>
        </p:txBody>
      </p:sp>
      <p:sp>
        <p:nvSpPr>
          <p:cNvPr id="95" name="Flow M1 to Conveyor"/>
          <p:cNvSpPr/>
          <p:nvPr/>
        </p:nvSpPr>
        <p:spPr>
          <a:xfrm>
            <a:off x="3711853" y="2569646"/>
            <a:ext cx="435225" cy="1360079"/>
          </a:xfrm>
          <a:custGeom>
            <a:avLst/>
            <a:gdLst/>
            <a:ahLst/>
            <a:cxnLst/>
            <a:rect l="l" t="t" r="r" b="b"/>
            <a:pathLst>
              <a:path w="435225" h="1360079" fill="none">
                <a:moveTo>
                  <a:pt x="435225" y="0"/>
                </a:moveTo>
                <a:quadBezTo>
                  <a:pt x="0" y="680040"/>
                  <a:pt x="435225" y="1360079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low M2 to Conveyor"/>
          <p:cNvSpPr/>
          <p:nvPr/>
        </p:nvSpPr>
        <p:spPr>
          <a:xfrm>
            <a:off x="6418477" y="2569646"/>
            <a:ext cx="435225" cy="1360079"/>
          </a:xfrm>
          <a:custGeom>
            <a:avLst/>
            <a:gdLst/>
            <a:ahLst/>
            <a:cxnLst/>
            <a:rect l="l" t="t" r="r" b="b"/>
            <a:pathLst>
              <a:path w="435225" h="1360079" fill="none">
                <a:moveTo>
                  <a:pt x="435225" y="0"/>
                </a:moveTo>
                <a:quadBezTo>
                  <a:pt x="0" y="680040"/>
                  <a:pt x="435225" y="1360079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7" name="Buffer"/>
          <p:cNvGrpSpPr/>
          <p:nvPr/>
        </p:nvGrpSpPr>
        <p:grpSpPr>
          <a:xfrm>
            <a:off x="8734805" y="3943258"/>
            <a:ext cx="649590" cy="324794"/>
            <a:chOff x="8734805" y="3943258"/>
            <a:chExt cx="649590" cy="324794"/>
          </a:xfrm>
        </p:grpSpPr>
        <p:sp>
          <p:nvSpPr>
            <p:cNvPr id="98" name="Buffer zone 1"/>
            <p:cNvSpPr/>
            <p:nvPr/>
          </p:nvSpPr>
          <p:spPr>
            <a:xfrm>
              <a:off x="8734805" y="3943258"/>
              <a:ext cx="162397" cy="324794"/>
            </a:xfrm>
            <a:prstGeom prst="rect">
              <a:avLst/>
            </a:prstGeom>
            <a:solidFill>
              <a:srgbClr val="CFE0F1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Buffer zone 2"/>
            <p:cNvSpPr/>
            <p:nvPr/>
          </p:nvSpPr>
          <p:spPr>
            <a:xfrm>
              <a:off x="8897203" y="3943258"/>
              <a:ext cx="162397" cy="324794"/>
            </a:xfrm>
            <a:prstGeom prst="rect">
              <a:avLst/>
            </a:prstGeom>
            <a:solidFill>
              <a:srgbClr val="CFE0F1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uffer zone 3"/>
            <p:cNvSpPr/>
            <p:nvPr/>
          </p:nvSpPr>
          <p:spPr>
            <a:xfrm>
              <a:off x="9059600" y="3943258"/>
              <a:ext cx="162397" cy="324794"/>
            </a:xfrm>
            <a:prstGeom prst="rect">
              <a:avLst/>
            </a:prstGeom>
            <a:solidFill>
              <a:srgbClr val="CFE0F1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uffer zone 4"/>
            <p:cNvSpPr/>
            <p:nvPr/>
          </p:nvSpPr>
          <p:spPr>
            <a:xfrm>
              <a:off x="9221998" y="3943258"/>
              <a:ext cx="162397" cy="324794"/>
            </a:xfrm>
            <a:prstGeom prst="rect">
              <a:avLst/>
            </a:prstGeom>
            <a:solidFill>
              <a:srgbClr val="9FBCDC"/>
            </a:solidFill>
            <a:ln w="12700">
              <a:solidFill>
                <a:srgbClr val="3D5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" name="Assembly Board"/>
          <p:cNvGrpSpPr/>
          <p:nvPr/>
        </p:nvGrpSpPr>
        <p:grpSpPr>
          <a:xfrm>
            <a:off x="9476420" y="4522476"/>
            <a:ext cx="519671" cy="519671"/>
            <a:chOff x="9476420" y="4522476"/>
            <a:chExt cx="519671" cy="519671"/>
          </a:xfrm>
        </p:grpSpPr>
        <p:sp>
          <p:nvSpPr>
            <p:cNvPr id="103" name="Assembly Board plate"/>
            <p:cNvSpPr/>
            <p:nvPr/>
          </p:nvSpPr>
          <p:spPr>
            <a:xfrm>
              <a:off x="9476420" y="4522476"/>
              <a:ext cx="519671" cy="51967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oard KET peg"/>
            <p:cNvSpPr/>
            <p:nvPr/>
          </p:nvSpPr>
          <p:spPr>
            <a:xfrm>
              <a:off x="9519726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oard RGOCG peg"/>
            <p:cNvSpPr/>
            <p:nvPr/>
          </p:nvSpPr>
          <p:spPr>
            <a:xfrm>
              <a:off x="9515667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oard gear"/>
            <p:cNvSpPr/>
            <p:nvPr/>
          </p:nvSpPr>
          <p:spPr>
            <a:xfrm>
              <a:off x="9576566" y="4879750"/>
              <a:ext cx="75785" cy="75785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oard KET peg"/>
            <p:cNvSpPr/>
            <p:nvPr/>
          </p:nvSpPr>
          <p:spPr>
            <a:xfrm>
              <a:off x="9641525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Board RGOCG peg"/>
            <p:cNvSpPr/>
            <p:nvPr/>
          </p:nvSpPr>
          <p:spPr>
            <a:xfrm>
              <a:off x="9637465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Board gear"/>
            <p:cNvSpPr/>
            <p:nvPr/>
          </p:nvSpPr>
          <p:spPr>
            <a:xfrm>
              <a:off x="9688890" y="4870277"/>
              <a:ext cx="94731" cy="94731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Board KET peg"/>
            <p:cNvSpPr/>
            <p:nvPr/>
          </p:nvSpPr>
          <p:spPr>
            <a:xfrm>
              <a:off x="9763323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Board RGOCG peg"/>
            <p:cNvSpPr/>
            <p:nvPr/>
          </p:nvSpPr>
          <p:spPr>
            <a:xfrm>
              <a:off x="9759263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Board gear"/>
            <p:cNvSpPr/>
            <p:nvPr/>
          </p:nvSpPr>
          <p:spPr>
            <a:xfrm>
              <a:off x="9801215" y="4860804"/>
              <a:ext cx="113678" cy="113678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Board KET peg"/>
            <p:cNvSpPr/>
            <p:nvPr/>
          </p:nvSpPr>
          <p:spPr>
            <a:xfrm>
              <a:off x="9885121" y="4599614"/>
              <a:ext cx="67665" cy="67665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Board RGOCG peg"/>
            <p:cNvSpPr/>
            <p:nvPr/>
          </p:nvSpPr>
          <p:spPr>
            <a:xfrm>
              <a:off x="9881061" y="4710586"/>
              <a:ext cx="75785" cy="75785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5" name="Exit"/>
          <p:cNvSpPr/>
          <p:nvPr/>
        </p:nvSpPr>
        <p:spPr>
          <a:xfrm>
            <a:off x="10250515" y="3875592"/>
            <a:ext cx="324794" cy="243596"/>
          </a:xfrm>
          <a:prstGeom prst="rect">
            <a:avLst/>
          </a:prstGeom>
          <a:solidFill>
            <a:srgbClr val="DCE8F5"/>
          </a:solidFill>
          <a:ln w="15875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6" name="Printer"/>
          <p:cNvGrpSpPr/>
          <p:nvPr/>
        </p:nvGrpSpPr>
        <p:grpSpPr>
          <a:xfrm>
            <a:off x="10169316" y="5147706"/>
            <a:ext cx="487192" cy="622523"/>
            <a:chOff x="10169316" y="5147706"/>
            <a:chExt cx="487192" cy="622523"/>
          </a:xfrm>
        </p:grpSpPr>
        <p:sp>
          <p:nvSpPr>
            <p:cNvPr id="117" name="Printer frame"/>
            <p:cNvSpPr/>
            <p:nvPr/>
          </p:nvSpPr>
          <p:spPr>
            <a:xfrm>
              <a:off x="10169316" y="5147706"/>
              <a:ext cx="487192" cy="622523"/>
            </a:xfrm>
            <a:prstGeom prst="rect">
              <a:avLst/>
            </a:prstGeom>
            <a:solidFill>
              <a:srgbClr val="4B5563"/>
            </a:solidFill>
            <a:ln w="19050">
              <a:solidFill>
                <a:srgbClr val="2B2F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Printer bed"/>
            <p:cNvSpPr/>
            <p:nvPr/>
          </p:nvSpPr>
          <p:spPr>
            <a:xfrm>
              <a:off x="10223449" y="5228904"/>
              <a:ext cx="243596" cy="460126"/>
            </a:xfrm>
            <a:prstGeom prst="rect">
              <a:avLst/>
            </a:prstGeom>
            <a:solidFill>
              <a:srgbClr val="A9B0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gear_small"/>
            <p:cNvSpPr/>
            <p:nvPr/>
          </p:nvSpPr>
          <p:spPr>
            <a:xfrm>
              <a:off x="10293821" y="5529340"/>
              <a:ext cx="75785" cy="75785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gear_medium"/>
            <p:cNvSpPr/>
            <p:nvPr/>
          </p:nvSpPr>
          <p:spPr>
            <a:xfrm>
              <a:off x="10284348" y="5411602"/>
              <a:ext cx="94731" cy="94731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gear_large"/>
            <p:cNvSpPr/>
            <p:nvPr/>
          </p:nvSpPr>
          <p:spPr>
            <a:xfrm>
              <a:off x="10274875" y="5293863"/>
              <a:ext cx="113678" cy="113678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" name="UR5e-3"/>
          <p:cNvGrpSpPr/>
          <p:nvPr/>
        </p:nvGrpSpPr>
        <p:grpSpPr>
          <a:xfrm>
            <a:off x="9170490" y="3943258"/>
            <a:ext cx="728163" cy="324794"/>
            <a:chOff x="9170490" y="3943258"/>
            <a:chExt cx="728163" cy="324794"/>
          </a:xfrm>
        </p:grpSpPr>
        <p:sp>
          <p:nvSpPr>
            <p:cNvPr id="123" name="UR5e-3 arm"/>
            <p:cNvSpPr/>
            <p:nvPr/>
          </p:nvSpPr>
          <p:spPr>
            <a:xfrm>
              <a:off x="9251689" y="4105656"/>
              <a:ext cx="484567" cy="155618"/>
            </a:xfrm>
            <a:custGeom>
              <a:avLst/>
              <a:gdLst/>
              <a:ahLst/>
              <a:cxnLst/>
              <a:rect l="l" t="t" r="r" b="b"/>
              <a:pathLst>
                <a:path w="484567" h="155618" fill="none">
                  <a:moveTo>
                    <a:pt x="484567" y="0"/>
                  </a:moveTo>
                  <a:lnTo>
                    <a:pt x="230746" y="155618"/>
                  </a:lnTo>
                  <a:lnTo>
                    <a:pt x="0" y="14147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UR5e-3 gripper"/>
            <p:cNvSpPr/>
            <p:nvPr/>
          </p:nvSpPr>
          <p:spPr>
            <a:xfrm>
              <a:off x="9170490" y="4058904"/>
              <a:ext cx="81199" cy="121798"/>
            </a:xfrm>
            <a:custGeom>
              <a:avLst/>
              <a:gdLst/>
              <a:ahLst/>
              <a:cxnLst/>
              <a:rect l="l" t="t" r="r" b="b"/>
              <a:pathLst>
                <a:path w="81199" h="121798" fill="none">
                  <a:moveTo>
                    <a:pt x="0" y="121798"/>
                  </a:moveTo>
                  <a:lnTo>
                    <a:pt x="81199" y="121798"/>
                  </a:lnTo>
                  <a:lnTo>
                    <a:pt x="81199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UR5e-3 base"/>
            <p:cNvSpPr/>
            <p:nvPr/>
          </p:nvSpPr>
          <p:spPr>
            <a:xfrm>
              <a:off x="9573859" y="3943258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UR5e-3 base centre"/>
            <p:cNvSpPr/>
            <p:nvPr/>
          </p:nvSpPr>
          <p:spPr>
            <a:xfrm>
              <a:off x="9675357" y="4044756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UR5e-4"/>
          <p:cNvGrpSpPr/>
          <p:nvPr/>
        </p:nvGrpSpPr>
        <p:grpSpPr>
          <a:xfrm>
            <a:off x="9573859" y="5296570"/>
            <a:ext cx="728163" cy="324794"/>
            <a:chOff x="9573859" y="5296570"/>
            <a:chExt cx="728163" cy="324794"/>
          </a:xfrm>
        </p:grpSpPr>
        <p:sp>
          <p:nvSpPr>
            <p:cNvPr id="128" name="UR5e-4 arm"/>
            <p:cNvSpPr/>
            <p:nvPr/>
          </p:nvSpPr>
          <p:spPr>
            <a:xfrm>
              <a:off x="9736256" y="5303349"/>
              <a:ext cx="484568" cy="155619"/>
            </a:xfrm>
            <a:custGeom>
              <a:avLst/>
              <a:gdLst/>
              <a:ahLst/>
              <a:cxnLst/>
              <a:rect l="l" t="t" r="r" b="b"/>
              <a:pathLst>
                <a:path w="484568" h="155619" fill="none">
                  <a:moveTo>
                    <a:pt x="0" y="155619"/>
                  </a:moveTo>
                  <a:lnTo>
                    <a:pt x="253821" y="0"/>
                  </a:lnTo>
                  <a:lnTo>
                    <a:pt x="484568" y="141471"/>
                  </a:lnTo>
                </a:path>
              </a:pathLst>
            </a:custGeom>
            <a:noFill/>
            <a:ln w="5588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UR5e-4 gripper"/>
            <p:cNvSpPr/>
            <p:nvPr/>
          </p:nvSpPr>
          <p:spPr>
            <a:xfrm>
              <a:off x="10220824" y="5383921"/>
              <a:ext cx="81198" cy="121798"/>
            </a:xfrm>
            <a:custGeom>
              <a:avLst/>
              <a:gdLst/>
              <a:ahLst/>
              <a:cxnLst/>
              <a:rect l="l" t="t" r="r" b="b"/>
              <a:pathLst>
                <a:path w="81198" h="121798" fill="none">
                  <a:moveTo>
                    <a:pt x="81198" y="0"/>
                  </a:moveTo>
                  <a:lnTo>
                    <a:pt x="0" y="0"/>
                  </a:lnTo>
                  <a:lnTo>
                    <a:pt x="0" y="121798"/>
                  </a:lnTo>
                  <a:lnTo>
                    <a:pt x="81198" y="121798"/>
                  </a:lnTo>
                </a:path>
              </a:pathLst>
            </a:custGeom>
            <a:noFill/>
            <a:ln w="25400" cap="rnd">
              <a:solidFill>
                <a:srgbClr val="2F3B4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UR5e-4 base"/>
            <p:cNvSpPr/>
            <p:nvPr/>
          </p:nvSpPr>
          <p:spPr>
            <a:xfrm>
              <a:off x="9573859" y="5296570"/>
              <a:ext cx="324794" cy="324794"/>
            </a:xfrm>
            <a:prstGeom prst="ellipse">
              <a:avLst/>
            </a:prstGeom>
            <a:solidFill>
              <a:srgbClr val="2F3B4C"/>
            </a:solidFill>
            <a:ln w="1397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UR5e-4 base centre"/>
            <p:cNvSpPr/>
            <p:nvPr/>
          </p:nvSpPr>
          <p:spPr>
            <a:xfrm>
              <a:off x="9675357" y="5398068"/>
              <a:ext cx="121798" cy="12179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2" name="Flow Buffer to Assembly Board"/>
          <p:cNvSpPr/>
          <p:nvPr/>
        </p:nvSpPr>
        <p:spPr>
          <a:xfrm>
            <a:off x="9330263" y="4281586"/>
            <a:ext cx="202997" cy="216530"/>
          </a:xfrm>
          <a:custGeom>
            <a:avLst/>
            <a:gdLst/>
            <a:ahLst/>
            <a:cxnLst/>
            <a:rect l="l" t="t" r="r" b="b"/>
            <a:pathLst>
              <a:path w="202997" h="216530" fill="none">
                <a:moveTo>
                  <a:pt x="0" y="0"/>
                </a:moveTo>
                <a:quadBezTo>
                  <a:pt x="47366" y="159014"/>
                  <a:pt x="202997" y="216530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low Printer to Assembly Board"/>
          <p:cNvSpPr/>
          <p:nvPr/>
        </p:nvSpPr>
        <p:spPr>
          <a:xfrm>
            <a:off x="9993386" y="4971775"/>
            <a:ext cx="162397" cy="351861"/>
          </a:xfrm>
          <a:custGeom>
            <a:avLst/>
            <a:gdLst/>
            <a:ahLst/>
            <a:cxnLst/>
            <a:rect l="l" t="t" r="r" b="b"/>
            <a:pathLst>
              <a:path w="162397" h="351861" fill="none">
                <a:moveTo>
                  <a:pt x="162397" y="351861"/>
                </a:moveTo>
                <a:quadBezTo>
                  <a:pt x="0" y="213147"/>
                  <a:pt x="13533" y="0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low Assembly Board to Exit"/>
          <p:cNvSpPr/>
          <p:nvPr/>
        </p:nvSpPr>
        <p:spPr>
          <a:xfrm>
            <a:off x="10006919" y="4105656"/>
            <a:ext cx="257129" cy="473659"/>
          </a:xfrm>
          <a:custGeom>
            <a:avLst/>
            <a:gdLst/>
            <a:ahLst/>
            <a:cxnLst/>
            <a:rect l="l" t="t" r="r" b="b"/>
            <a:pathLst>
              <a:path w="257129" h="473659" fill="none">
                <a:moveTo>
                  <a:pt x="0" y="473659"/>
                </a:moveTo>
                <a:quadBezTo>
                  <a:pt x="257129" y="305848"/>
                  <a:pt x="230063" y="0"/>
                </a:quadBezTo>
              </a:path>
            </a:pathLst>
          </a:custGeom>
          <a:noFill/>
          <a:ln w="25400">
            <a:solidFill>
              <a:srgbClr val="1F5FA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Assembly Board leader"/>
          <p:cNvCxnSpPr/>
          <p:nvPr/>
        </p:nvCxnSpPr>
        <p:spPr>
          <a:xfrm>
            <a:off x="10006919" y="4782312"/>
            <a:ext cx="811987" cy="0"/>
          </a:xfrm>
          <a:prstGeom prst="line">
            <a:avLst/>
          </a:prstGeom>
          <a:ln w="12700">
            <a:solidFill>
              <a:srgbClr val="5D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Label Buffer"/>
          <p:cNvSpPr txBox="1"/>
          <p:nvPr/>
        </p:nvSpPr>
        <p:spPr>
          <a:xfrm>
            <a:off x="7976951" y="3344941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Buffer</a:t>
            </a:r>
          </a:p>
        </p:txBody>
      </p:sp>
      <p:sp>
        <p:nvSpPr>
          <p:cNvPr id="137" name="Label UR5e-3"/>
          <p:cNvSpPr txBox="1"/>
          <p:nvPr/>
        </p:nvSpPr>
        <p:spPr>
          <a:xfrm>
            <a:off x="9871588" y="3344941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UR5e-3</a:t>
            </a:r>
          </a:p>
        </p:txBody>
      </p:sp>
      <p:sp>
        <p:nvSpPr>
          <p:cNvPr id="138" name="Label UR5e-4"/>
          <p:cNvSpPr txBox="1"/>
          <p:nvPr/>
        </p:nvSpPr>
        <p:spPr>
          <a:xfrm>
            <a:off x="8653607" y="5946160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2B2F36"/>
                </a:solidFill>
                <a:latin typeface="Arial"/>
              </a:rPr>
              <a:t>UR5e-4</a:t>
            </a:r>
          </a:p>
        </p:txBody>
      </p:sp>
      <p:sp>
        <p:nvSpPr>
          <p:cNvPr id="139" name="Label Exit"/>
          <p:cNvSpPr txBox="1"/>
          <p:nvPr/>
        </p:nvSpPr>
        <p:spPr>
          <a:xfrm>
            <a:off x="10873038" y="3886266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Exit</a:t>
            </a:r>
          </a:p>
        </p:txBody>
      </p:sp>
      <p:sp>
        <p:nvSpPr>
          <p:cNvPr id="140" name="Label Assembly Board"/>
          <p:cNvSpPr txBox="1"/>
          <p:nvPr/>
        </p:nvSpPr>
        <p:spPr>
          <a:xfrm>
            <a:off x="10873038" y="4560062"/>
            <a:ext cx="2165299" cy="444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Assembly</a:t>
            </a:r>
          </a:p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Board</a:t>
            </a:r>
          </a:p>
        </p:txBody>
      </p:sp>
      <p:sp>
        <p:nvSpPr>
          <p:cNvPr id="141" name="Label Printer"/>
          <p:cNvSpPr txBox="1"/>
          <p:nvPr/>
        </p:nvSpPr>
        <p:spPr>
          <a:xfrm>
            <a:off x="10873038" y="5347843"/>
            <a:ext cx="2165299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B2F36"/>
                </a:solidFill>
                <a:latin typeface="Arial"/>
              </a:rPr>
              <a:t>Printer</a:t>
            </a:r>
          </a:p>
        </p:txBody>
      </p:sp>
      <p:grpSp>
        <p:nvGrpSpPr>
          <p:cNvPr id="142" name="Legend"/>
          <p:cNvGrpSpPr/>
          <p:nvPr/>
        </p:nvGrpSpPr>
        <p:grpSpPr>
          <a:xfrm>
            <a:off x="236006" y="3171352"/>
            <a:ext cx="2693090" cy="2518197"/>
            <a:chOff x="236006" y="3171352"/>
            <a:chExt cx="2693090" cy="2518197"/>
          </a:xfrm>
        </p:grpSpPr>
        <p:sp>
          <p:nvSpPr>
            <p:cNvPr id="143" name="Legend text Part transfer"/>
            <p:cNvSpPr txBox="1"/>
            <p:nvPr/>
          </p:nvSpPr>
          <p:spPr>
            <a:xfrm>
              <a:off x="696132" y="3171352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Part transfer</a:t>
              </a:r>
            </a:p>
          </p:txBody>
        </p:sp>
        <p:cxnSp>
          <p:nvCxnSpPr>
            <p:cNvPr id="144" name="Legend part transfer"/>
            <p:cNvCxnSpPr/>
            <p:nvPr/>
          </p:nvCxnSpPr>
          <p:spPr>
            <a:xfrm>
              <a:off x="236006" y="3266602"/>
              <a:ext cx="351861" cy="0"/>
            </a:xfrm>
            <a:prstGeom prst="line">
              <a:avLst/>
            </a:prstGeom>
            <a:ln w="25400">
              <a:solidFill>
                <a:srgbClr val="1F5F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Legend text KMR route"/>
            <p:cNvSpPr txBox="1"/>
            <p:nvPr/>
          </p:nvSpPr>
          <p:spPr>
            <a:xfrm>
              <a:off x="696132" y="3462314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KMR route</a:t>
              </a:r>
            </a:p>
          </p:txBody>
        </p:sp>
        <p:cxnSp>
          <p:nvCxnSpPr>
            <p:cNvPr id="146" name="Legend KMR route"/>
            <p:cNvCxnSpPr/>
            <p:nvPr/>
          </p:nvCxnSpPr>
          <p:spPr>
            <a:xfrm>
              <a:off x="236006" y="3557564"/>
              <a:ext cx="351861" cy="0"/>
            </a:xfrm>
            <a:prstGeom prst="line">
              <a:avLst/>
            </a:prstGeom>
            <a:ln w="25400">
              <a:solidFill>
                <a:srgbClr val="B8661D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Legend text KMR docking pose"/>
            <p:cNvSpPr txBox="1"/>
            <p:nvPr/>
          </p:nvSpPr>
          <p:spPr>
            <a:xfrm>
              <a:off x="696132" y="3753276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KMR docking pose</a:t>
              </a:r>
            </a:p>
          </p:txBody>
        </p:sp>
        <p:sp>
          <p:nvSpPr>
            <p:cNvPr id="148" name="Legend KMR docking pose"/>
            <p:cNvSpPr/>
            <p:nvPr/>
          </p:nvSpPr>
          <p:spPr>
            <a:xfrm>
              <a:off x="317205" y="3753794"/>
              <a:ext cx="189463" cy="189463"/>
            </a:xfrm>
            <a:prstGeom prst="roundRect">
              <a:avLst>
                <a:gd name="adj" fmla="val 14285"/>
              </a:avLst>
            </a:prstGeom>
            <a:noFill/>
            <a:ln w="15875">
              <a:solidFill>
                <a:srgbClr val="B8661D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Legend text Conveyor loading position"/>
            <p:cNvSpPr txBox="1"/>
            <p:nvPr/>
          </p:nvSpPr>
          <p:spPr>
            <a:xfrm>
              <a:off x="696132" y="4044238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Conveyor loading position</a:t>
              </a:r>
            </a:p>
          </p:txBody>
        </p:sp>
        <p:sp>
          <p:nvSpPr>
            <p:cNvPr id="150" name="Legend loading position"/>
            <p:cNvSpPr/>
            <p:nvPr/>
          </p:nvSpPr>
          <p:spPr>
            <a:xfrm>
              <a:off x="276606" y="4051523"/>
              <a:ext cx="270662" cy="175930"/>
            </a:xfrm>
            <a:prstGeom prst="rect">
              <a:avLst/>
            </a:prstGeom>
            <a:solidFill>
              <a:srgbClr val="3BB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Legend text Staging tray"/>
            <p:cNvSpPr txBox="1"/>
            <p:nvPr/>
          </p:nvSpPr>
          <p:spPr>
            <a:xfrm>
              <a:off x="696132" y="4335200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Staging tray</a:t>
              </a:r>
            </a:p>
          </p:txBody>
        </p:sp>
        <p:sp>
          <p:nvSpPr>
            <p:cNvPr id="152" name="Legend staging tray"/>
            <p:cNvSpPr/>
            <p:nvPr/>
          </p:nvSpPr>
          <p:spPr>
            <a:xfrm>
              <a:off x="323971" y="4342485"/>
              <a:ext cx="175930" cy="175930"/>
            </a:xfrm>
            <a:prstGeom prst="rect">
              <a:avLst/>
            </a:prstGeom>
            <a:solidFill>
              <a:srgbClr val="BFE3DC"/>
            </a:solidFill>
            <a:ln w="12700">
              <a:solidFill>
                <a:srgbClr val="2A8C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Legend text UR5e reach (0.85 m)"/>
            <p:cNvSpPr txBox="1"/>
            <p:nvPr/>
          </p:nvSpPr>
          <p:spPr>
            <a:xfrm>
              <a:off x="696132" y="4626162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UR5e reach (0.85 m)</a:t>
              </a:r>
            </a:p>
          </p:txBody>
        </p:sp>
        <p:sp>
          <p:nvSpPr>
            <p:cNvPr id="154" name="Legend reach"/>
            <p:cNvSpPr/>
            <p:nvPr/>
          </p:nvSpPr>
          <p:spPr>
            <a:xfrm>
              <a:off x="290139" y="4599614"/>
              <a:ext cx="243596" cy="243596"/>
            </a:xfrm>
            <a:prstGeom prst="ellipse">
              <a:avLst/>
            </a:prstGeom>
            <a:solidFill>
              <a:srgbClr val="5B7BA6">
                <a:alpha val="14000"/>
              </a:srgbClr>
            </a:solidFill>
            <a:ln w="12700">
              <a:solidFill>
                <a:srgbClr val="5B7BA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Legend text KET square peg (×4)"/>
            <p:cNvSpPr txBox="1"/>
            <p:nvPr/>
          </p:nvSpPr>
          <p:spPr>
            <a:xfrm>
              <a:off x="696132" y="4917125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KET square peg (×4)</a:t>
              </a:r>
            </a:p>
          </p:txBody>
        </p:sp>
        <p:sp>
          <p:nvSpPr>
            <p:cNvPr id="156" name="Legend KET peg"/>
            <p:cNvSpPr/>
            <p:nvPr/>
          </p:nvSpPr>
          <p:spPr>
            <a:xfrm>
              <a:off x="354421" y="4954859"/>
              <a:ext cx="115031" cy="115031"/>
            </a:xfrm>
            <a:prstGeom prst="rect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Legend text RGOCG round peg (×4)"/>
            <p:cNvSpPr txBox="1"/>
            <p:nvPr/>
          </p:nvSpPr>
          <p:spPr>
            <a:xfrm>
              <a:off x="696132" y="5208087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RGOCG round peg (×4)</a:t>
              </a:r>
            </a:p>
          </p:txBody>
        </p:sp>
        <p:sp>
          <p:nvSpPr>
            <p:cNvPr id="158" name="Legend RGOCG peg"/>
            <p:cNvSpPr/>
            <p:nvPr/>
          </p:nvSpPr>
          <p:spPr>
            <a:xfrm>
              <a:off x="346978" y="5238378"/>
              <a:ext cx="129917" cy="129917"/>
            </a:xfrm>
            <a:prstGeom prst="ellipse">
              <a:avLst/>
            </a:prstGeom>
            <a:solidFill>
              <a:srgbClr val="4A78B5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Legend text Printed gear (×3)"/>
            <p:cNvSpPr txBox="1"/>
            <p:nvPr/>
          </p:nvSpPr>
          <p:spPr>
            <a:xfrm>
              <a:off x="696132" y="5499049"/>
              <a:ext cx="223296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Printed gear (×3)</a:t>
              </a:r>
            </a:p>
          </p:txBody>
        </p:sp>
        <p:sp>
          <p:nvSpPr>
            <p:cNvPr id="160" name="Legend gear"/>
            <p:cNvSpPr/>
            <p:nvPr/>
          </p:nvSpPr>
          <p:spPr>
            <a:xfrm>
              <a:off x="323971" y="5506333"/>
              <a:ext cx="175930" cy="175930"/>
            </a:xfrm>
            <a:prstGeom prst="gear9">
              <a:avLst/>
            </a:prstGeom>
            <a:solidFill>
              <a:srgbClr val="E084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1" name="Scale bar"/>
          <p:cNvGrpSpPr/>
          <p:nvPr/>
        </p:nvGrpSpPr>
        <p:grpSpPr>
          <a:xfrm>
            <a:off x="3105028" y="5593781"/>
            <a:ext cx="1353312" cy="325313"/>
            <a:chOff x="3105028" y="5593781"/>
            <a:chExt cx="1353312" cy="325313"/>
          </a:xfrm>
        </p:grpSpPr>
        <p:cxnSp>
          <p:nvCxnSpPr>
            <p:cNvPr id="162" name="Scale bar line"/>
            <p:cNvCxnSpPr/>
            <p:nvPr/>
          </p:nvCxnSpPr>
          <p:spPr>
            <a:xfrm>
              <a:off x="3105028" y="5864961"/>
              <a:ext cx="1353312" cy="0"/>
            </a:xfrm>
            <a:prstGeom prst="line">
              <a:avLst/>
            </a:prstGeom>
            <a:ln w="2222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cale bar tick"/>
            <p:cNvCxnSpPr/>
            <p:nvPr/>
          </p:nvCxnSpPr>
          <p:spPr>
            <a:xfrm flipV="1">
              <a:off x="3105028" y="5810829"/>
              <a:ext cx="0" cy="108265"/>
            </a:xfrm>
            <a:prstGeom prst="line">
              <a:avLst/>
            </a:prstGeom>
            <a:ln w="1587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cale bar tick"/>
            <p:cNvCxnSpPr/>
            <p:nvPr/>
          </p:nvCxnSpPr>
          <p:spPr>
            <a:xfrm flipV="1">
              <a:off x="3781684" y="5810829"/>
              <a:ext cx="0" cy="108265"/>
            </a:xfrm>
            <a:prstGeom prst="line">
              <a:avLst/>
            </a:prstGeom>
            <a:ln w="1587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cale bar tick"/>
            <p:cNvCxnSpPr/>
            <p:nvPr/>
          </p:nvCxnSpPr>
          <p:spPr>
            <a:xfrm flipV="1">
              <a:off x="4458340" y="5810829"/>
              <a:ext cx="0" cy="108265"/>
            </a:xfrm>
            <a:prstGeom prst="line">
              <a:avLst/>
            </a:prstGeom>
            <a:ln w="15875">
              <a:solidFill>
                <a:srgbClr val="2B2F3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Scale bar label"/>
            <p:cNvSpPr txBox="1"/>
            <p:nvPr/>
          </p:nvSpPr>
          <p:spPr>
            <a:xfrm>
              <a:off x="3375691" y="5593781"/>
              <a:ext cx="811987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00" b="0">
                  <a:solidFill>
                    <a:srgbClr val="2B2F36"/>
                  </a:solidFill>
                  <a:latin typeface="Arial"/>
                </a:rPr>
                <a:t>1 m</a:t>
              </a:r>
            </a:p>
          </p:txBody>
        </p:sp>
      </p:grpSp>
      <p:grpSp>
        <p:nvGrpSpPr>
          <p:cNvPr id="167" name="Failure markers"/>
          <p:cNvGrpSpPr/>
          <p:nvPr/>
        </p:nvGrpSpPr>
        <p:grpSpPr>
          <a:xfrm>
            <a:off x="4451573" y="1730593"/>
            <a:ext cx="5409188" cy="2787822"/>
            <a:chOff x="4451573" y="1730593"/>
            <a:chExt cx="5409188" cy="2787822"/>
          </a:xfrm>
        </p:grpSpPr>
        <p:sp>
          <p:nvSpPr>
            <p:cNvPr id="168" name="Failure 1 Conveyor breakdown"/>
            <p:cNvSpPr/>
            <p:nvPr/>
          </p:nvSpPr>
          <p:spPr>
            <a:xfrm>
              <a:off x="5466557" y="3963558"/>
              <a:ext cx="284195" cy="284195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69" name="Failure 2 ur5e-1 breakdown"/>
            <p:cNvSpPr/>
            <p:nvPr/>
          </p:nvSpPr>
          <p:spPr>
            <a:xfrm>
              <a:off x="4451573" y="2772643"/>
              <a:ext cx="284195" cy="284195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70" name="Failure 3 Machining breakdown during part processing"/>
            <p:cNvSpPr/>
            <p:nvPr/>
          </p:nvSpPr>
          <p:spPr>
            <a:xfrm>
              <a:off x="4465106" y="1730593"/>
              <a:ext cx="284195" cy="284195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171" name="Failure 4 Part slippage"/>
            <p:cNvSpPr/>
            <p:nvPr/>
          </p:nvSpPr>
          <p:spPr>
            <a:xfrm>
              <a:off x="9611752" y="4269406"/>
              <a:ext cx="249009" cy="249009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172" name="Failure scenarios legend"/>
          <p:cNvGrpSpPr/>
          <p:nvPr/>
        </p:nvGrpSpPr>
        <p:grpSpPr>
          <a:xfrm>
            <a:off x="7706288" y="240261"/>
            <a:ext cx="4276466" cy="1490332"/>
            <a:chOff x="7706288" y="240261"/>
            <a:chExt cx="4276466" cy="1490332"/>
          </a:xfrm>
        </p:grpSpPr>
        <p:sp>
          <p:nvSpPr>
            <p:cNvPr id="173" name="Failure scenarios title"/>
            <p:cNvSpPr txBox="1"/>
            <p:nvPr/>
          </p:nvSpPr>
          <p:spPr>
            <a:xfrm>
              <a:off x="7706288" y="240261"/>
              <a:ext cx="2706624" cy="2063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300" b="1">
                  <a:solidFill>
                    <a:srgbClr val="2B2F36"/>
                  </a:solidFill>
                  <a:latin typeface="Arial"/>
                </a:rPr>
                <a:t>Failure scenarios</a:t>
              </a:r>
            </a:p>
          </p:txBody>
        </p:sp>
        <p:sp>
          <p:nvSpPr>
            <p:cNvPr id="174" name="Failure legend badge 1"/>
            <p:cNvSpPr/>
            <p:nvPr/>
          </p:nvSpPr>
          <p:spPr>
            <a:xfrm>
              <a:off x="7713055" y="546445"/>
              <a:ext cx="230063" cy="230063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75" name="Failure legend text 1"/>
            <p:cNvSpPr txBox="1"/>
            <p:nvPr/>
          </p:nvSpPr>
          <p:spPr>
            <a:xfrm>
              <a:off x="8058150" y="566226"/>
              <a:ext cx="392460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Conveyor breakdown</a:t>
              </a:r>
            </a:p>
          </p:txBody>
        </p:sp>
        <p:sp>
          <p:nvSpPr>
            <p:cNvPr id="176" name="Failure legend badge 2"/>
            <p:cNvSpPr/>
            <p:nvPr/>
          </p:nvSpPr>
          <p:spPr>
            <a:xfrm>
              <a:off x="7713055" y="864473"/>
              <a:ext cx="230063" cy="230063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77" name="Failure legend text 2"/>
            <p:cNvSpPr txBox="1"/>
            <p:nvPr/>
          </p:nvSpPr>
          <p:spPr>
            <a:xfrm>
              <a:off x="8058150" y="884255"/>
              <a:ext cx="392460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ur5e-1 breakdown</a:t>
              </a:r>
            </a:p>
          </p:txBody>
        </p:sp>
        <p:sp>
          <p:nvSpPr>
            <p:cNvPr id="178" name="Failure legend badge 3"/>
            <p:cNvSpPr/>
            <p:nvPr/>
          </p:nvSpPr>
          <p:spPr>
            <a:xfrm>
              <a:off x="7713055" y="1182502"/>
              <a:ext cx="230063" cy="230063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179" name="Failure legend text 3"/>
            <p:cNvSpPr txBox="1"/>
            <p:nvPr/>
          </p:nvSpPr>
          <p:spPr>
            <a:xfrm>
              <a:off x="8058150" y="1202283"/>
              <a:ext cx="392460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Machining breakdown during part processing</a:t>
              </a:r>
            </a:p>
          </p:txBody>
        </p:sp>
        <p:sp>
          <p:nvSpPr>
            <p:cNvPr id="180" name="Failure legend badge 4"/>
            <p:cNvSpPr/>
            <p:nvPr/>
          </p:nvSpPr>
          <p:spPr>
            <a:xfrm>
              <a:off x="7713055" y="1500530"/>
              <a:ext cx="230063" cy="230063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  <p:sp>
          <p:nvSpPr>
            <p:cNvPr id="181" name="Failure legend text 4"/>
            <p:cNvSpPr txBox="1"/>
            <p:nvPr/>
          </p:nvSpPr>
          <p:spPr>
            <a:xfrm>
              <a:off x="8058150" y="1520311"/>
              <a:ext cx="3924604" cy="1905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>
                  <a:solidFill>
                    <a:srgbClr val="2B2F36"/>
                  </a:solidFill>
                  <a:latin typeface="Arial"/>
                </a:rPr>
                <a:t>Part slippage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