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</p:sldIdLst>
  <p:sldSz cx="6480000" cy="2880000" type="custom"/>
  <p:notesSz cx="6858000" cy="9144000"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 name="Case-study setup schematic">
    <p:spTree>
      <p:nvGrpSpPr>
        <p:cNvPr id="1" name=""/>
        <p:cNvGrpSpPr/>
        <p:nvPr/>
      </p:nvGrpSpPr>
      <p:grpSpPr/>
      <p:grpSp>
        <p:nvGrpSpPr>
          <p:cNvPr id="2" name=""/>
          <p:cNvGrpSpPr/>
          <p:nvPr/>
        </p:nvGrpSpPr>
        <p:grpSpPr>
          <a:xfrm>
            <a:off x="4835611" y="1408411"/>
            <a:ext cx="1215178" cy="1035178"/>
            <a:chOff x="4835611" y="1408411"/>
            <a:chExt cx="1215178" cy="1035178"/>
          </a:xfrm>
        </p:grpSpPr>
        <p:sp>
          <p:nvSpPr>
            <p:cNvPr id="3" name="rect 3"/>
            <p:cNvSpPr/>
            <p:nvPr/>
          </p:nvSpPr>
          <p:spPr>
            <a:xfrm>
              <a:off x="4849200" y="1422000"/>
              <a:ext cx="1188000" cy="1008000"/>
            </a:xfrm>
            <a:prstGeom prst="rect">
              <a:avLst/>
            </a:prstGeom>
            <a:solidFill>
              <a:srgbClr val="FCF2E5"/>
            </a:solidFill>
            <a:ln w="8890">
              <a:solidFill>
                <a:srgbClr val="B8783D"/>
              </a:solidFill>
              <a:round/>
            </a:ln>
          </p:spPr>
        </p:sp>
      </p:grpSp>
      <p:grpSp>
        <p:nvGrpSpPr>
          <p:cNvPr id="4" name="Storage"/>
          <p:cNvGrpSpPr/>
          <p:nvPr/>
        </p:nvGrpSpPr>
        <p:grpSpPr>
          <a:xfrm>
            <a:off x="202411" y="292411"/>
            <a:ext cx="675178" cy="1025188"/>
            <a:chOff x="202411" y="292411"/>
            <a:chExt cx="675178" cy="1025188"/>
          </a:xfrm>
        </p:grpSpPr>
        <p:sp>
          <p:nvSpPr>
            <p:cNvPr id="5" name="rect 5"/>
            <p:cNvSpPr/>
            <p:nvPr/>
          </p:nvSpPr>
          <p:spPr>
            <a:xfrm>
              <a:off x="216000" y="306000"/>
              <a:ext cx="648000" cy="756000"/>
            </a:xfrm>
            <a:prstGeom prst="rect">
              <a:avLst/>
            </a:prstGeom>
            <a:solidFill>
              <a:srgbClr val="DCE9F3"/>
            </a:solidFill>
            <a:ln w="8890">
              <a:solidFill>
                <a:srgbClr val="66859C"/>
              </a:solidFill>
              <a:round/>
            </a:ln>
          </p:spPr>
        </p:sp>
        <p:sp>
          <p:nvSpPr>
            <p:cNvPr id="6" name="rect 6"/>
            <p:cNvSpPr/>
            <p:nvPr/>
          </p:nvSpPr>
          <p:spPr>
            <a:xfrm>
              <a:off x="306000" y="369000"/>
              <a:ext cx="180000" cy="6300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66859C"/>
              </a:solidFill>
              <a:round/>
            </a:ln>
          </p:spPr>
        </p:sp>
        <p:sp>
          <p:nvSpPr>
            <p:cNvPr id="7" name="rect 7"/>
            <p:cNvSpPr/>
            <p:nvPr/>
          </p:nvSpPr>
          <p:spPr>
            <a:xfrm>
              <a:off x="356400" y="874800"/>
              <a:ext cx="79200" cy="50400"/>
            </a:xfrm>
            <a:prstGeom prst="rect">
              <a:avLst/>
            </a:prstGeom>
            <a:solidFill>
              <a:srgbClr val="DEE3E8"/>
            </a:solidFill>
            <a:ln w="4445">
              <a:solidFill>
                <a:srgbClr val="303943"/>
              </a:solidFill>
              <a:round/>
            </a:ln>
          </p:spPr>
        </p:sp>
        <p:sp>
          <p:nvSpPr>
            <p:cNvPr id="8" name="rect 8"/>
            <p:cNvSpPr/>
            <p:nvPr/>
          </p:nvSpPr>
          <p:spPr>
            <a:xfrm>
              <a:off x="356400" y="730800"/>
              <a:ext cx="79200" cy="50400"/>
            </a:xfrm>
            <a:prstGeom prst="rect">
              <a:avLst/>
            </a:prstGeom>
            <a:solidFill>
              <a:srgbClr val="DEE3E8"/>
            </a:solidFill>
            <a:ln w="4445">
              <a:solidFill>
                <a:srgbClr val="303943"/>
              </a:solidFill>
              <a:round/>
            </a:ln>
          </p:spPr>
        </p:sp>
        <p:sp>
          <p:nvSpPr>
            <p:cNvPr id="9" name="rect 9"/>
            <p:cNvSpPr/>
            <p:nvPr/>
          </p:nvSpPr>
          <p:spPr>
            <a:xfrm>
              <a:off x="356400" y="586800"/>
              <a:ext cx="79200" cy="50400"/>
            </a:xfrm>
            <a:prstGeom prst="rect">
              <a:avLst/>
            </a:prstGeom>
            <a:solidFill>
              <a:srgbClr val="DEE3E8"/>
            </a:solidFill>
            <a:ln w="4445">
              <a:solidFill>
                <a:srgbClr val="303943"/>
              </a:solidFill>
              <a:round/>
            </a:ln>
          </p:spPr>
        </p:sp>
        <p:sp>
          <p:nvSpPr>
            <p:cNvPr id="10" name="rect 10"/>
            <p:cNvSpPr/>
            <p:nvPr/>
          </p:nvSpPr>
          <p:spPr>
            <a:xfrm>
              <a:off x="356400" y="442800"/>
              <a:ext cx="79200" cy="50400"/>
            </a:xfrm>
            <a:prstGeom prst="rect">
              <a:avLst/>
            </a:prstGeom>
            <a:solidFill>
              <a:srgbClr val="DEE3E8"/>
            </a:solidFill>
            <a:ln w="4445">
              <a:solidFill>
                <a:srgbClr val="303943"/>
              </a:solidFill>
              <a:round/>
            </a:ln>
          </p:spPr>
        </p:sp>
        <p:sp>
          <p:nvSpPr>
            <p:cNvPr id="11" name="rect 11"/>
            <p:cNvSpPr/>
            <p:nvPr/>
          </p:nvSpPr>
          <p:spPr>
            <a:xfrm>
              <a:off x="594000" y="369000"/>
              <a:ext cx="180000" cy="6300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66859C"/>
              </a:solidFill>
              <a:round/>
            </a:ln>
          </p:spPr>
        </p:sp>
        <p:sp>
          <p:nvSpPr>
            <p:cNvPr id="12" name="rect 12"/>
            <p:cNvSpPr/>
            <p:nvPr/>
          </p:nvSpPr>
          <p:spPr>
            <a:xfrm>
              <a:off x="644400" y="874800"/>
              <a:ext cx="79200" cy="50400"/>
            </a:xfrm>
            <a:prstGeom prst="rect">
              <a:avLst/>
            </a:prstGeom>
            <a:solidFill>
              <a:srgbClr val="DEE3E8"/>
            </a:solidFill>
            <a:ln w="4445">
              <a:solidFill>
                <a:srgbClr val="303943"/>
              </a:solidFill>
              <a:round/>
            </a:ln>
          </p:spPr>
        </p:sp>
        <p:sp>
          <p:nvSpPr>
            <p:cNvPr id="13" name="rect 13"/>
            <p:cNvSpPr/>
            <p:nvPr/>
          </p:nvSpPr>
          <p:spPr>
            <a:xfrm>
              <a:off x="644400" y="730800"/>
              <a:ext cx="79200" cy="50400"/>
            </a:xfrm>
            <a:prstGeom prst="rect">
              <a:avLst/>
            </a:prstGeom>
            <a:solidFill>
              <a:srgbClr val="DEE3E8"/>
            </a:solidFill>
            <a:ln w="4445">
              <a:solidFill>
                <a:srgbClr val="303943"/>
              </a:solidFill>
              <a:round/>
            </a:ln>
          </p:spPr>
        </p:sp>
        <p:sp>
          <p:nvSpPr>
            <p:cNvPr id="14" name="rect 14"/>
            <p:cNvSpPr/>
            <p:nvPr/>
          </p:nvSpPr>
          <p:spPr>
            <a:xfrm>
              <a:off x="644400" y="586800"/>
              <a:ext cx="79200" cy="50400"/>
            </a:xfrm>
            <a:prstGeom prst="rect">
              <a:avLst/>
            </a:prstGeom>
            <a:solidFill>
              <a:srgbClr val="DEE3E8"/>
            </a:solidFill>
            <a:ln w="4445">
              <a:solidFill>
                <a:srgbClr val="303943"/>
              </a:solidFill>
              <a:round/>
            </a:ln>
          </p:spPr>
        </p:sp>
        <p:sp>
          <p:nvSpPr>
            <p:cNvPr id="15" name="rect 15"/>
            <p:cNvSpPr/>
            <p:nvPr/>
          </p:nvSpPr>
          <p:spPr>
            <a:xfrm>
              <a:off x="644400" y="442800"/>
              <a:ext cx="79200" cy="50400"/>
            </a:xfrm>
            <a:prstGeom prst="rect">
              <a:avLst/>
            </a:prstGeom>
            <a:solidFill>
              <a:srgbClr val="DEE3E8"/>
            </a:solidFill>
            <a:ln w="4445">
              <a:solidFill>
                <a:srgbClr val="303943"/>
              </a:solidFill>
              <a:round/>
            </a:ln>
          </p:spPr>
        </p:sp>
        <p:sp>
          <p:nvSpPr>
            <p:cNvPr id="16" name="text 16"/>
            <p:cNvSpPr txBox="1"/>
            <p:nvPr/>
          </p:nvSpPr>
          <p:spPr>
            <a:xfrm>
              <a:off x="308590" y="1143990"/>
              <a:ext cx="462820" cy="160020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sz="900" b="1" i="0">
                  <a:solidFill>
                    <a:srgbClr val="303943"/>
                  </a:solidFill>
                  <a:latin typeface="Arial"/>
                  <a:ea typeface="Arial"/>
                  <a:cs typeface="Arial"/>
                </a:rPr>
                <a:t>Storage</a:t>
              </a:r>
              <a:endParaRPr lang="en-US" sz="900"/>
            </a:p>
          </p:txBody>
        </p:sp>
      </p:grpSp>
      <p:grpSp>
        <p:nvGrpSpPr>
          <p:cNvPr id="17" name="KUKA KMR"/>
          <p:cNvGrpSpPr/>
          <p:nvPr/>
        </p:nvGrpSpPr>
        <p:grpSpPr>
          <a:xfrm>
            <a:off x="842736" y="152166"/>
            <a:ext cx="753095" cy="1023258"/>
            <a:chOff x="842736" y="152166"/>
            <a:chExt cx="753095" cy="1023258"/>
          </a:xfrm>
        </p:grpSpPr>
        <p:sp>
          <p:nvSpPr>
            <p:cNvPr id="18" name="rect 18"/>
            <p:cNvSpPr/>
            <p:nvPr/>
          </p:nvSpPr>
          <p:spPr>
            <a:xfrm>
              <a:off x="1011960" y="415800"/>
              <a:ext cx="432000" cy="720000"/>
            </a:xfrm>
            <a:prstGeom prst="rect">
              <a:avLst/>
            </a:prstGeom>
            <a:solidFill>
              <a:srgbClr val="DEE3E8"/>
            </a:solidFill>
            <a:ln w="8890">
              <a:solidFill>
                <a:srgbClr val="303943"/>
              </a:solidFill>
              <a:round/>
            </a:ln>
          </p:spPr>
        </p:sp>
        <p:sp>
          <p:nvSpPr>
            <p:cNvPr id="19" name="rect 19"/>
            <p:cNvSpPr/>
            <p:nvPr/>
          </p:nvSpPr>
          <p:spPr>
            <a:xfrm>
              <a:off x="1074960" y="516600"/>
              <a:ext cx="306000" cy="223200"/>
            </a:xfrm>
            <a:prstGeom prst="rect">
              <a:avLst/>
            </a:prstGeom>
            <a:solidFill>
              <a:srgbClr val="DCE9F3"/>
            </a:solidFill>
            <a:ln w="5715">
              <a:solidFill>
                <a:srgbClr val="66859C"/>
              </a:solidFill>
              <a:round/>
            </a:ln>
          </p:spPr>
        </p:sp>
        <p:sp>
          <p:nvSpPr>
            <p:cNvPr id="20" name="rect 20"/>
            <p:cNvSpPr/>
            <p:nvPr/>
          </p:nvSpPr>
          <p:spPr>
            <a:xfrm>
              <a:off x="1007460" y="970200"/>
              <a:ext cx="45000" cy="115200"/>
            </a:xfrm>
            <a:prstGeom prst="rect">
              <a:avLst/>
            </a:prstGeom>
            <a:solidFill>
              <a:srgbClr val="303943"/>
            </a:solidFill>
            <a:ln w="0">
              <a:solidFill>
                <a:srgbClr val="303943"/>
              </a:solidFill>
              <a:round/>
            </a:ln>
          </p:spPr>
        </p:sp>
        <p:sp>
          <p:nvSpPr>
            <p:cNvPr id="21" name="rect 21"/>
            <p:cNvSpPr/>
            <p:nvPr/>
          </p:nvSpPr>
          <p:spPr>
            <a:xfrm>
              <a:off x="1007460" y="466200"/>
              <a:ext cx="45000" cy="115200"/>
            </a:xfrm>
            <a:prstGeom prst="rect">
              <a:avLst/>
            </a:prstGeom>
            <a:solidFill>
              <a:srgbClr val="303943"/>
            </a:solidFill>
            <a:ln w="0">
              <a:solidFill>
                <a:srgbClr val="303943"/>
              </a:solidFill>
              <a:round/>
            </a:ln>
          </p:spPr>
        </p:sp>
        <p:sp>
          <p:nvSpPr>
            <p:cNvPr id="22" name="rect 22"/>
            <p:cNvSpPr/>
            <p:nvPr/>
          </p:nvSpPr>
          <p:spPr>
            <a:xfrm>
              <a:off x="1403460" y="970200"/>
              <a:ext cx="45000" cy="115200"/>
            </a:xfrm>
            <a:prstGeom prst="rect">
              <a:avLst/>
            </a:prstGeom>
            <a:solidFill>
              <a:srgbClr val="303943"/>
            </a:solidFill>
            <a:ln w="0">
              <a:solidFill>
                <a:srgbClr val="303943"/>
              </a:solidFill>
              <a:round/>
            </a:ln>
          </p:spPr>
        </p:sp>
        <p:sp>
          <p:nvSpPr>
            <p:cNvPr id="23" name="rect 23"/>
            <p:cNvSpPr/>
            <p:nvPr/>
          </p:nvSpPr>
          <p:spPr>
            <a:xfrm>
              <a:off x="1403460" y="466200"/>
              <a:ext cx="45000" cy="115200"/>
            </a:xfrm>
            <a:prstGeom prst="rect">
              <a:avLst/>
            </a:prstGeom>
            <a:solidFill>
              <a:srgbClr val="303943"/>
            </a:solidFill>
            <a:ln w="0">
              <a:solidFill>
                <a:srgbClr val="303943"/>
              </a:solidFill>
              <a:round/>
            </a:ln>
          </p:spPr>
        </p:sp>
        <p:sp>
          <p:nvSpPr>
            <p:cNvPr id="24" name="path 24"/>
            <p:cNvSpPr/>
            <p:nvPr/>
          </p:nvSpPr>
          <p:spPr>
            <a:xfrm>
              <a:off x="1044360" y="1099800"/>
              <a:ext cx="367200" cy="1"/>
            </a:xfrm>
            <a:custGeom>
              <a:avLst/>
              <a:gdLst/>
              <a:ahLst/>
              <a:cxnLst/>
              <a:rect l="0" t="0" r="r" b="b"/>
              <a:pathLst>
                <a:path w="367200" h="1">
                  <a:moveTo>
                    <a:pt x="0" y="0"/>
                  </a:moveTo>
                  <a:lnTo>
                    <a:pt x="367200" y="0"/>
                  </a:lnTo>
                </a:path>
              </a:pathLst>
            </a:custGeom>
            <a:noFill/>
            <a:ln w="17780">
              <a:solidFill>
                <a:srgbClr val="B8783D"/>
              </a:solidFill>
              <a:round/>
            </a:ln>
          </p:spPr>
        </p:sp>
        <p:sp>
          <p:nvSpPr>
            <p:cNvPr id="25" name="path 25"/>
            <p:cNvSpPr/>
            <p:nvPr/>
          </p:nvSpPr>
          <p:spPr>
            <a:xfrm>
              <a:off x="1098360" y="883800"/>
              <a:ext cx="129600" cy="75600"/>
            </a:xfrm>
            <a:custGeom>
              <a:avLst/>
              <a:gdLst/>
              <a:ahLst/>
              <a:cxnLst/>
              <a:rect l="0" t="0" r="r" b="b"/>
              <a:pathLst>
                <a:path w="129600" h="75600">
                  <a:moveTo>
                    <a:pt x="129600" y="0"/>
                  </a:moveTo>
                  <a:lnTo>
                    <a:pt x="0" y="75600"/>
                  </a:lnTo>
                </a:path>
              </a:pathLst>
            </a:custGeom>
            <a:noFill/>
            <a:ln w="60960">
              <a:solidFill>
                <a:srgbClr val="303943"/>
              </a:solidFill>
              <a:round/>
            </a:ln>
          </p:spPr>
        </p:sp>
        <p:sp>
          <p:nvSpPr>
            <p:cNvPr id="26" name="path 26"/>
            <p:cNvSpPr/>
            <p:nvPr/>
          </p:nvSpPr>
          <p:spPr>
            <a:xfrm>
              <a:off x="993960" y="876600"/>
              <a:ext cx="104400" cy="82800"/>
            </a:xfrm>
            <a:custGeom>
              <a:avLst/>
              <a:gdLst/>
              <a:ahLst/>
              <a:cxnLst/>
              <a:rect l="0" t="0" r="r" b="b"/>
              <a:pathLst>
                <a:path w="104400" h="82800">
                  <a:moveTo>
                    <a:pt x="104400" y="82800"/>
                  </a:moveTo>
                  <a:lnTo>
                    <a:pt x="0" y="0"/>
                  </a:lnTo>
                </a:path>
              </a:pathLst>
            </a:custGeom>
            <a:noFill/>
            <a:ln w="60960">
              <a:solidFill>
                <a:srgbClr val="303943"/>
              </a:solidFill>
              <a:round/>
            </a:ln>
          </p:spPr>
        </p:sp>
        <p:sp>
          <p:nvSpPr>
            <p:cNvPr id="27" name="path 27"/>
            <p:cNvSpPr/>
            <p:nvPr/>
          </p:nvSpPr>
          <p:spPr>
            <a:xfrm>
              <a:off x="929160" y="876600"/>
              <a:ext cx="64800" cy="1"/>
            </a:xfrm>
            <a:custGeom>
              <a:avLst/>
              <a:gdLst/>
              <a:ahLst/>
              <a:cxnLst/>
              <a:rect l="0" t="0" r="r" b="b"/>
              <a:pathLst>
                <a:path w="64800" h="1">
                  <a:moveTo>
                    <a:pt x="64800" y="0"/>
                  </a:moveTo>
                  <a:lnTo>
                    <a:pt x="0" y="0"/>
                  </a:lnTo>
                </a:path>
              </a:pathLst>
            </a:custGeom>
            <a:noFill/>
            <a:ln w="60960">
              <a:solidFill>
                <a:srgbClr val="303943"/>
              </a:solidFill>
              <a:round/>
            </a:ln>
          </p:spPr>
        </p:sp>
        <p:sp>
          <p:nvSpPr>
            <p:cNvPr id="28" name="path 28"/>
            <p:cNvSpPr/>
            <p:nvPr/>
          </p:nvSpPr>
          <p:spPr>
            <a:xfrm>
              <a:off x="1098360" y="883800"/>
              <a:ext cx="129600" cy="75600"/>
            </a:xfrm>
            <a:custGeom>
              <a:avLst/>
              <a:gdLst/>
              <a:ahLst/>
              <a:cxnLst/>
              <a:rect l="0" t="0" r="r" b="b"/>
              <a:pathLst>
                <a:path w="129600" h="75600">
                  <a:moveTo>
                    <a:pt x="129600" y="0"/>
                  </a:moveTo>
                  <a:lnTo>
                    <a:pt x="0" y="75600"/>
                  </a:lnTo>
                </a:path>
              </a:pathLst>
            </a:custGeom>
            <a:noFill/>
            <a:ln w="43180">
              <a:solidFill>
                <a:srgbClr val="DEE3E8"/>
              </a:solidFill>
              <a:round/>
            </a:ln>
          </p:spPr>
        </p:sp>
        <p:sp>
          <p:nvSpPr>
            <p:cNvPr id="29" name="path 29"/>
            <p:cNvSpPr/>
            <p:nvPr/>
          </p:nvSpPr>
          <p:spPr>
            <a:xfrm>
              <a:off x="993960" y="876600"/>
              <a:ext cx="104400" cy="82800"/>
            </a:xfrm>
            <a:custGeom>
              <a:avLst/>
              <a:gdLst/>
              <a:ahLst/>
              <a:cxnLst/>
              <a:rect l="0" t="0" r="r" b="b"/>
              <a:pathLst>
                <a:path w="104400" h="82800">
                  <a:moveTo>
                    <a:pt x="104400" y="82800"/>
                  </a:moveTo>
                  <a:lnTo>
                    <a:pt x="0" y="0"/>
                  </a:lnTo>
                </a:path>
              </a:pathLst>
            </a:custGeom>
            <a:noFill/>
            <a:ln w="43180">
              <a:solidFill>
                <a:srgbClr val="DEE3E8"/>
              </a:solidFill>
              <a:round/>
            </a:ln>
          </p:spPr>
        </p:sp>
        <p:sp>
          <p:nvSpPr>
            <p:cNvPr id="30" name="path 30"/>
            <p:cNvSpPr/>
            <p:nvPr/>
          </p:nvSpPr>
          <p:spPr>
            <a:xfrm>
              <a:off x="929160" y="876600"/>
              <a:ext cx="64800" cy="1"/>
            </a:xfrm>
            <a:custGeom>
              <a:avLst/>
              <a:gdLst/>
              <a:ahLst/>
              <a:cxnLst/>
              <a:rect l="0" t="0" r="r" b="b"/>
              <a:pathLst>
                <a:path w="64800" h="1">
                  <a:moveTo>
                    <a:pt x="64800" y="0"/>
                  </a:moveTo>
                  <a:lnTo>
                    <a:pt x="0" y="0"/>
                  </a:lnTo>
                </a:path>
              </a:pathLst>
            </a:custGeom>
            <a:noFill/>
            <a:ln w="43180">
              <a:solidFill>
                <a:srgbClr val="DEE3E8"/>
              </a:solidFill>
              <a:round/>
            </a:ln>
          </p:spPr>
        </p:sp>
        <p:sp>
          <p:nvSpPr>
            <p:cNvPr id="31" name="ellipse 31"/>
            <p:cNvSpPr/>
            <p:nvPr/>
          </p:nvSpPr>
          <p:spPr>
            <a:xfrm>
              <a:off x="1137960" y="793800"/>
              <a:ext cx="180000" cy="180000"/>
            </a:xfrm>
            <a:prstGeom prst="ellipse">
              <a:avLst/>
            </a:prstGeom>
            <a:solidFill>
              <a:srgbClr val="E6BB92"/>
            </a:solidFill>
            <a:ln w="7620">
              <a:solidFill>
                <a:srgbClr val="303943"/>
              </a:solidFill>
              <a:round/>
            </a:ln>
          </p:spPr>
        </p:sp>
        <p:sp>
          <p:nvSpPr>
            <p:cNvPr id="32" name="ellipse 32"/>
            <p:cNvSpPr/>
            <p:nvPr/>
          </p:nvSpPr>
          <p:spPr>
            <a:xfrm>
              <a:off x="1202760" y="858600"/>
              <a:ext cx="50400" cy="50400"/>
            </a:xfrm>
            <a:prstGeom prst="ellipse">
              <a:avLst/>
            </a:prstGeom>
            <a:solidFill>
              <a:srgbClr val="303943"/>
            </a:solidFill>
            <a:ln w="0">
              <a:solidFill>
                <a:srgbClr val="303943"/>
              </a:solidFill>
              <a:round/>
            </a:ln>
          </p:spPr>
        </p:sp>
        <p:sp>
          <p:nvSpPr>
            <p:cNvPr id="33" name="ellipse 33"/>
            <p:cNvSpPr/>
            <p:nvPr/>
          </p:nvSpPr>
          <p:spPr>
            <a:xfrm>
              <a:off x="1058760" y="919800"/>
              <a:ext cx="79200" cy="79200"/>
            </a:xfrm>
            <a:prstGeom prst="ellipse">
              <a:avLst/>
            </a:prstGeom>
            <a:solidFill>
              <a:srgbClr val="E6BB92"/>
            </a:solidFill>
            <a:ln w="7620">
              <a:solidFill>
                <a:srgbClr val="303943"/>
              </a:solidFill>
              <a:round/>
            </a:ln>
          </p:spPr>
        </p:sp>
        <p:sp>
          <p:nvSpPr>
            <p:cNvPr id="34" name="ellipse 34"/>
            <p:cNvSpPr/>
            <p:nvPr/>
          </p:nvSpPr>
          <p:spPr>
            <a:xfrm>
              <a:off x="1087560" y="948600"/>
              <a:ext cx="21600" cy="21600"/>
            </a:xfrm>
            <a:prstGeom prst="ellipse">
              <a:avLst/>
            </a:prstGeom>
            <a:solidFill>
              <a:srgbClr val="303943"/>
            </a:solidFill>
            <a:ln w="0">
              <a:solidFill>
                <a:srgbClr val="303943"/>
              </a:solidFill>
              <a:round/>
            </a:ln>
          </p:spPr>
        </p:sp>
        <p:sp>
          <p:nvSpPr>
            <p:cNvPr id="35" name="ellipse 35"/>
            <p:cNvSpPr/>
            <p:nvPr/>
          </p:nvSpPr>
          <p:spPr>
            <a:xfrm>
              <a:off x="954360" y="837000"/>
              <a:ext cx="79200" cy="79200"/>
            </a:xfrm>
            <a:prstGeom prst="ellipse">
              <a:avLst/>
            </a:prstGeom>
            <a:solidFill>
              <a:srgbClr val="E6BB92"/>
            </a:solidFill>
            <a:ln w="7620">
              <a:solidFill>
                <a:srgbClr val="303943"/>
              </a:solidFill>
              <a:round/>
            </a:ln>
          </p:spPr>
        </p:sp>
        <p:sp>
          <p:nvSpPr>
            <p:cNvPr id="36" name="ellipse 36"/>
            <p:cNvSpPr/>
            <p:nvPr/>
          </p:nvSpPr>
          <p:spPr>
            <a:xfrm>
              <a:off x="983160" y="865800"/>
              <a:ext cx="21600" cy="21600"/>
            </a:xfrm>
            <a:prstGeom prst="ellipse">
              <a:avLst/>
            </a:prstGeom>
            <a:solidFill>
              <a:srgbClr val="303943"/>
            </a:solidFill>
            <a:ln w="0">
              <a:solidFill>
                <a:srgbClr val="303943"/>
              </a:solidFill>
              <a:round/>
            </a:ln>
          </p:spPr>
        </p:sp>
        <p:sp>
          <p:nvSpPr>
            <p:cNvPr id="37" name="path 37"/>
            <p:cNvSpPr/>
            <p:nvPr/>
          </p:nvSpPr>
          <p:spPr>
            <a:xfrm>
              <a:off x="929160" y="846000"/>
              <a:ext cx="1" cy="61200"/>
            </a:xfrm>
            <a:custGeom>
              <a:avLst/>
              <a:gdLst/>
              <a:ahLst/>
              <a:cxnLst/>
              <a:rect l="0" t="0" r="r" b="b"/>
              <a:pathLst>
                <a:path w="1" h="61200">
                  <a:moveTo>
                    <a:pt x="0" y="0"/>
                  </a:moveTo>
                  <a:lnTo>
                    <a:pt x="0" y="61200"/>
                  </a:lnTo>
                </a:path>
              </a:pathLst>
            </a:custGeom>
            <a:noFill/>
            <a:ln w="11430">
              <a:solidFill>
                <a:srgbClr val="303943"/>
              </a:solidFill>
              <a:round/>
            </a:ln>
          </p:spPr>
        </p:sp>
        <p:sp>
          <p:nvSpPr>
            <p:cNvPr id="38" name="path 38"/>
            <p:cNvSpPr/>
            <p:nvPr/>
          </p:nvSpPr>
          <p:spPr>
            <a:xfrm>
              <a:off x="882360" y="846000"/>
              <a:ext cx="46800" cy="1"/>
            </a:xfrm>
            <a:custGeom>
              <a:avLst/>
              <a:gdLst/>
              <a:ahLst/>
              <a:cxnLst/>
              <a:rect l="0" t="0" r="r" b="b"/>
              <a:pathLst>
                <a:path w="46800" h="1">
                  <a:moveTo>
                    <a:pt x="46800" y="0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303943"/>
              </a:solidFill>
              <a:round/>
            </a:ln>
          </p:spPr>
        </p:sp>
        <p:sp>
          <p:nvSpPr>
            <p:cNvPr id="39" name="path 39"/>
            <p:cNvSpPr/>
            <p:nvPr/>
          </p:nvSpPr>
          <p:spPr>
            <a:xfrm>
              <a:off x="882360" y="907200"/>
              <a:ext cx="46800" cy="1"/>
            </a:xfrm>
            <a:custGeom>
              <a:avLst/>
              <a:gdLst/>
              <a:ahLst/>
              <a:cxnLst/>
              <a:rect l="0" t="0" r="r" b="b"/>
              <a:pathLst>
                <a:path w="46800" h="1">
                  <a:moveTo>
                    <a:pt x="46800" y="0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303943"/>
              </a:solidFill>
              <a:round/>
            </a:ln>
          </p:spPr>
        </p:sp>
        <p:sp>
          <p:nvSpPr>
            <p:cNvPr id="40" name="text 40"/>
            <p:cNvSpPr txBox="1"/>
            <p:nvPr/>
          </p:nvSpPr>
          <p:spPr>
            <a:xfrm>
              <a:off x="899713" y="191790"/>
              <a:ext cx="656495" cy="160020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sz="900" b="1" i="0">
                  <a:solidFill>
                    <a:srgbClr val="303943"/>
                  </a:solidFill>
                  <a:latin typeface="Arial"/>
                  <a:ea typeface="Arial"/>
                  <a:cs typeface="Arial"/>
                </a:rPr>
                <a:t>KUKA KMR</a:t>
              </a:r>
              <a:endParaRPr lang="en-US" sz="900"/>
            </a:p>
          </p:txBody>
        </p:sp>
      </p:grpSp>
      <p:grpSp>
        <p:nvGrpSpPr>
          <p:cNvPr id="41" name="M1"/>
          <p:cNvGrpSpPr/>
          <p:nvPr/>
        </p:nvGrpSpPr>
        <p:grpSpPr>
          <a:xfrm>
            <a:off x="2097493" y="398439"/>
            <a:ext cx="513813" cy="749468"/>
            <a:chOff x="2097493" y="398439"/>
            <a:chExt cx="513813" cy="749468"/>
          </a:xfrm>
        </p:grpSpPr>
        <p:sp>
          <p:nvSpPr>
            <p:cNvPr id="42" name="rect 42"/>
            <p:cNvSpPr/>
            <p:nvPr/>
          </p:nvSpPr>
          <p:spPr>
            <a:xfrm>
              <a:off x="2111400" y="666000"/>
              <a:ext cx="486000" cy="468000"/>
            </a:xfrm>
            <a:prstGeom prst="rect">
              <a:avLst/>
            </a:prstGeom>
            <a:solidFill>
              <a:srgbClr val="DEE3E8"/>
            </a:solidFill>
            <a:ln w="8890">
              <a:solidFill>
                <a:srgbClr val="303943"/>
              </a:solidFill>
              <a:round/>
            </a:ln>
          </p:spPr>
        </p:sp>
        <p:sp>
          <p:nvSpPr>
            <p:cNvPr id="43" name="rect 43"/>
            <p:cNvSpPr/>
            <p:nvPr/>
          </p:nvSpPr>
          <p:spPr>
            <a:xfrm>
              <a:off x="2187000" y="720000"/>
              <a:ext cx="334800" cy="3096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303943"/>
              </a:solidFill>
              <a:round/>
            </a:ln>
          </p:spPr>
        </p:sp>
        <p:sp>
          <p:nvSpPr>
            <p:cNvPr id="44" name="rect 44"/>
            <p:cNvSpPr/>
            <p:nvPr/>
          </p:nvSpPr>
          <p:spPr>
            <a:xfrm>
              <a:off x="2309400" y="736200"/>
              <a:ext cx="90000" cy="90000"/>
            </a:xfrm>
            <a:prstGeom prst="rect">
              <a:avLst/>
            </a:prstGeom>
            <a:solidFill>
              <a:srgbClr val="DEE3E8"/>
            </a:solidFill>
            <a:ln w="5080">
              <a:solidFill>
                <a:srgbClr val="303943"/>
              </a:solidFill>
              <a:round/>
            </a:ln>
          </p:spPr>
        </p:sp>
        <p:sp>
          <p:nvSpPr>
            <p:cNvPr id="45" name="rect 45"/>
            <p:cNvSpPr/>
            <p:nvPr/>
          </p:nvSpPr>
          <p:spPr>
            <a:xfrm>
              <a:off x="2262600" y="889200"/>
              <a:ext cx="183600" cy="93600"/>
            </a:xfrm>
            <a:prstGeom prst="rect">
              <a:avLst/>
            </a:prstGeom>
            <a:solidFill>
              <a:srgbClr val="DEE3E8"/>
            </a:solidFill>
            <a:ln w="5080">
              <a:solidFill>
                <a:srgbClr val="303943"/>
              </a:solidFill>
              <a:round/>
            </a:ln>
          </p:spPr>
        </p:sp>
        <p:sp>
          <p:nvSpPr>
            <p:cNvPr id="46" name="path 46"/>
            <p:cNvSpPr/>
            <p:nvPr/>
          </p:nvSpPr>
          <p:spPr>
            <a:xfrm>
              <a:off x="2214000" y="1098000"/>
              <a:ext cx="280800" cy="1"/>
            </a:xfrm>
            <a:custGeom>
              <a:avLst/>
              <a:gdLst/>
              <a:ahLst/>
              <a:cxnLst/>
              <a:rect l="0" t="0" r="r" b="b"/>
              <a:pathLst>
                <a:path w="280800" h="1">
                  <a:moveTo>
                    <a:pt x="0" y="0"/>
                  </a:moveTo>
                  <a:lnTo>
                    <a:pt x="280800" y="0"/>
                  </a:lnTo>
                </a:path>
              </a:pathLst>
            </a:custGeom>
            <a:noFill/>
            <a:ln w="9525">
              <a:solidFill>
                <a:srgbClr val="66859C"/>
              </a:solidFill>
              <a:round/>
            </a:ln>
          </p:spPr>
        </p:sp>
        <p:sp>
          <p:nvSpPr>
            <p:cNvPr id="47" name="text 47"/>
            <p:cNvSpPr txBox="1"/>
            <p:nvPr/>
          </p:nvSpPr>
          <p:spPr>
            <a:xfrm>
              <a:off x="2252371" y="412345"/>
              <a:ext cx="204057" cy="168910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sz="950" b="1" i="0">
                  <a:solidFill>
                    <a:srgbClr val="303943"/>
                  </a:solidFill>
                  <a:latin typeface="Arial"/>
                  <a:ea typeface="Arial"/>
                  <a:cs typeface="Arial"/>
                </a:rPr>
                <a:t>M1</a:t>
              </a:r>
              <a:endParaRPr lang="en-US" sz="950"/>
            </a:p>
          </p:txBody>
        </p:sp>
      </p:grpSp>
      <p:grpSp>
        <p:nvGrpSpPr>
          <p:cNvPr id="48" name="UR5e-1"/>
          <p:cNvGrpSpPr/>
          <p:nvPr/>
        </p:nvGrpSpPr>
        <p:grpSpPr>
          <a:xfrm>
            <a:off x="2017805" y="1155576"/>
            <a:ext cx="994313" cy="318648"/>
            <a:chOff x="2017805" y="1155576"/>
            <a:chExt cx="994313" cy="318648"/>
          </a:xfrm>
        </p:grpSpPr>
        <p:sp>
          <p:nvSpPr>
            <p:cNvPr id="49" name="rect 49"/>
            <p:cNvSpPr/>
            <p:nvPr/>
          </p:nvSpPr>
          <p:spPr>
            <a:xfrm>
              <a:off x="2219400" y="1229400"/>
              <a:ext cx="270000" cy="205200"/>
            </a:xfrm>
            <a:prstGeom prst="rect">
              <a:avLst/>
            </a:prstGeom>
            <a:solidFill>
              <a:srgbClr val="DCE9F3"/>
            </a:solidFill>
            <a:ln w="5715">
              <a:solidFill>
                <a:srgbClr val="66859C"/>
              </a:solidFill>
              <a:round/>
            </a:ln>
          </p:spPr>
        </p:sp>
        <p:sp>
          <p:nvSpPr>
            <p:cNvPr id="50" name="path 50"/>
            <p:cNvSpPr/>
            <p:nvPr/>
          </p:nvSpPr>
          <p:spPr>
            <a:xfrm>
              <a:off x="2224800" y="1234800"/>
              <a:ext cx="129600" cy="97200"/>
            </a:xfrm>
            <a:custGeom>
              <a:avLst/>
              <a:gdLst/>
              <a:ahLst/>
              <a:cxnLst/>
              <a:rect l="0" t="0" r="r" b="b"/>
              <a:pathLst>
                <a:path w="129600" h="97200">
                  <a:moveTo>
                    <a:pt x="129600" y="97200"/>
                  </a:moveTo>
                  <a:lnTo>
                    <a:pt x="0" y="0"/>
                  </a:lnTo>
                </a:path>
              </a:pathLst>
            </a:custGeom>
            <a:noFill/>
            <a:ln w="60960">
              <a:solidFill>
                <a:srgbClr val="303943"/>
              </a:solidFill>
              <a:round/>
            </a:ln>
          </p:spPr>
        </p:sp>
        <p:sp>
          <p:nvSpPr>
            <p:cNvPr id="51" name="path 51"/>
            <p:cNvSpPr/>
            <p:nvPr/>
          </p:nvSpPr>
          <p:spPr>
            <a:xfrm>
              <a:off x="2178000" y="1234800"/>
              <a:ext cx="46800" cy="104400"/>
            </a:xfrm>
            <a:custGeom>
              <a:avLst/>
              <a:gdLst/>
              <a:ahLst/>
              <a:cxnLst/>
              <a:rect l="0" t="0" r="r" b="b"/>
              <a:pathLst>
                <a:path w="46800" h="104400">
                  <a:moveTo>
                    <a:pt x="46800" y="0"/>
                  </a:moveTo>
                  <a:lnTo>
                    <a:pt x="0" y="104400"/>
                  </a:lnTo>
                </a:path>
              </a:pathLst>
            </a:custGeom>
            <a:noFill/>
            <a:ln w="60960">
              <a:solidFill>
                <a:srgbClr val="303943"/>
              </a:solidFill>
              <a:round/>
            </a:ln>
          </p:spPr>
        </p:sp>
        <p:sp>
          <p:nvSpPr>
            <p:cNvPr id="52" name="path 52"/>
            <p:cNvSpPr/>
            <p:nvPr/>
          </p:nvSpPr>
          <p:spPr>
            <a:xfrm>
              <a:off x="2113200" y="1339200"/>
              <a:ext cx="64800" cy="36000"/>
            </a:xfrm>
            <a:custGeom>
              <a:avLst/>
              <a:gdLst/>
              <a:ahLst/>
              <a:cxnLst/>
              <a:rect l="0" t="0" r="r" b="b"/>
              <a:pathLst>
                <a:path w="64800" h="36000">
                  <a:moveTo>
                    <a:pt x="64800" y="0"/>
                  </a:moveTo>
                  <a:lnTo>
                    <a:pt x="0" y="36000"/>
                  </a:lnTo>
                </a:path>
              </a:pathLst>
            </a:custGeom>
            <a:noFill/>
            <a:ln w="60960">
              <a:solidFill>
                <a:srgbClr val="303943"/>
              </a:solidFill>
              <a:round/>
            </a:ln>
          </p:spPr>
        </p:sp>
        <p:sp>
          <p:nvSpPr>
            <p:cNvPr id="53" name="path 53"/>
            <p:cNvSpPr/>
            <p:nvPr/>
          </p:nvSpPr>
          <p:spPr>
            <a:xfrm>
              <a:off x="2224800" y="1234800"/>
              <a:ext cx="129600" cy="97200"/>
            </a:xfrm>
            <a:custGeom>
              <a:avLst/>
              <a:gdLst/>
              <a:ahLst/>
              <a:cxnLst/>
              <a:rect l="0" t="0" r="r" b="b"/>
              <a:pathLst>
                <a:path w="129600" h="97200">
                  <a:moveTo>
                    <a:pt x="129600" y="97200"/>
                  </a:moveTo>
                  <a:lnTo>
                    <a:pt x="0" y="0"/>
                  </a:lnTo>
                </a:path>
              </a:pathLst>
            </a:custGeom>
            <a:noFill/>
            <a:ln w="43180">
              <a:solidFill>
                <a:srgbClr val="DEE3E8"/>
              </a:solidFill>
              <a:round/>
            </a:ln>
          </p:spPr>
        </p:sp>
        <p:sp>
          <p:nvSpPr>
            <p:cNvPr id="54" name="path 54"/>
            <p:cNvSpPr/>
            <p:nvPr/>
          </p:nvSpPr>
          <p:spPr>
            <a:xfrm>
              <a:off x="2178000" y="1234800"/>
              <a:ext cx="46800" cy="104400"/>
            </a:xfrm>
            <a:custGeom>
              <a:avLst/>
              <a:gdLst/>
              <a:ahLst/>
              <a:cxnLst/>
              <a:rect l="0" t="0" r="r" b="b"/>
              <a:pathLst>
                <a:path w="46800" h="104400">
                  <a:moveTo>
                    <a:pt x="46800" y="0"/>
                  </a:moveTo>
                  <a:lnTo>
                    <a:pt x="0" y="104400"/>
                  </a:lnTo>
                </a:path>
              </a:pathLst>
            </a:custGeom>
            <a:noFill/>
            <a:ln w="43180">
              <a:solidFill>
                <a:srgbClr val="DEE3E8"/>
              </a:solidFill>
              <a:round/>
            </a:ln>
          </p:spPr>
        </p:sp>
        <p:sp>
          <p:nvSpPr>
            <p:cNvPr id="55" name="path 55"/>
            <p:cNvSpPr/>
            <p:nvPr/>
          </p:nvSpPr>
          <p:spPr>
            <a:xfrm>
              <a:off x="2113200" y="1339200"/>
              <a:ext cx="64800" cy="36000"/>
            </a:xfrm>
            <a:custGeom>
              <a:avLst/>
              <a:gdLst/>
              <a:ahLst/>
              <a:cxnLst/>
              <a:rect l="0" t="0" r="r" b="b"/>
              <a:pathLst>
                <a:path w="64800" h="36000">
                  <a:moveTo>
                    <a:pt x="64800" y="0"/>
                  </a:moveTo>
                  <a:lnTo>
                    <a:pt x="0" y="36000"/>
                  </a:lnTo>
                </a:path>
              </a:pathLst>
            </a:custGeom>
            <a:noFill/>
            <a:ln w="43180">
              <a:solidFill>
                <a:srgbClr val="DEE3E8"/>
              </a:solidFill>
              <a:round/>
            </a:ln>
          </p:spPr>
        </p:sp>
        <p:sp>
          <p:nvSpPr>
            <p:cNvPr id="56" name="ellipse 56"/>
            <p:cNvSpPr/>
            <p:nvPr/>
          </p:nvSpPr>
          <p:spPr>
            <a:xfrm>
              <a:off x="2264400" y="1242000"/>
              <a:ext cx="180000" cy="180000"/>
            </a:xfrm>
            <a:prstGeom prst="ellipse">
              <a:avLst/>
            </a:prstGeom>
            <a:solidFill>
              <a:srgbClr val="DCE9F3"/>
            </a:solidFill>
            <a:ln w="7620">
              <a:solidFill>
                <a:srgbClr val="303943"/>
              </a:solidFill>
              <a:round/>
            </a:ln>
          </p:spPr>
        </p:sp>
        <p:sp>
          <p:nvSpPr>
            <p:cNvPr id="57" name="ellipse 57"/>
            <p:cNvSpPr/>
            <p:nvPr/>
          </p:nvSpPr>
          <p:spPr>
            <a:xfrm>
              <a:off x="2329200" y="1306800"/>
              <a:ext cx="50400" cy="50400"/>
            </a:xfrm>
            <a:prstGeom prst="ellipse">
              <a:avLst/>
            </a:prstGeom>
            <a:solidFill>
              <a:srgbClr val="303943"/>
            </a:solidFill>
            <a:ln w="0">
              <a:solidFill>
                <a:srgbClr val="303943"/>
              </a:solidFill>
              <a:round/>
            </a:ln>
          </p:spPr>
        </p:sp>
        <p:sp>
          <p:nvSpPr>
            <p:cNvPr id="58" name="ellipse 58"/>
            <p:cNvSpPr/>
            <p:nvPr/>
          </p:nvSpPr>
          <p:spPr>
            <a:xfrm>
              <a:off x="2185200" y="1195200"/>
              <a:ext cx="79200" cy="79200"/>
            </a:xfrm>
            <a:prstGeom prst="ellipse">
              <a:avLst/>
            </a:prstGeom>
            <a:solidFill>
              <a:srgbClr val="DCE9F3"/>
            </a:solidFill>
            <a:ln w="7620">
              <a:solidFill>
                <a:srgbClr val="303943"/>
              </a:solidFill>
              <a:round/>
            </a:ln>
          </p:spPr>
        </p:sp>
        <p:sp>
          <p:nvSpPr>
            <p:cNvPr id="59" name="ellipse 59"/>
            <p:cNvSpPr/>
            <p:nvPr/>
          </p:nvSpPr>
          <p:spPr>
            <a:xfrm>
              <a:off x="2214000" y="1224000"/>
              <a:ext cx="21600" cy="21600"/>
            </a:xfrm>
            <a:prstGeom prst="ellipse">
              <a:avLst/>
            </a:prstGeom>
            <a:solidFill>
              <a:srgbClr val="303943"/>
            </a:solidFill>
            <a:ln w="0">
              <a:solidFill>
                <a:srgbClr val="303943"/>
              </a:solidFill>
              <a:round/>
            </a:ln>
          </p:spPr>
        </p:sp>
        <p:sp>
          <p:nvSpPr>
            <p:cNvPr id="60" name="ellipse 60"/>
            <p:cNvSpPr/>
            <p:nvPr/>
          </p:nvSpPr>
          <p:spPr>
            <a:xfrm>
              <a:off x="2138400" y="1299600"/>
              <a:ext cx="79200" cy="79200"/>
            </a:xfrm>
            <a:prstGeom prst="ellipse">
              <a:avLst/>
            </a:prstGeom>
            <a:solidFill>
              <a:srgbClr val="DCE9F3"/>
            </a:solidFill>
            <a:ln w="7620">
              <a:solidFill>
                <a:srgbClr val="303943"/>
              </a:solidFill>
              <a:round/>
            </a:ln>
          </p:spPr>
        </p:sp>
        <p:sp>
          <p:nvSpPr>
            <p:cNvPr id="61" name="ellipse 61"/>
            <p:cNvSpPr/>
            <p:nvPr/>
          </p:nvSpPr>
          <p:spPr>
            <a:xfrm>
              <a:off x="2167200" y="1328400"/>
              <a:ext cx="21600" cy="21600"/>
            </a:xfrm>
            <a:prstGeom prst="ellipse">
              <a:avLst/>
            </a:prstGeom>
            <a:solidFill>
              <a:srgbClr val="303943"/>
            </a:solidFill>
            <a:ln w="0">
              <a:solidFill>
                <a:srgbClr val="303943"/>
              </a:solidFill>
              <a:round/>
            </a:ln>
          </p:spPr>
        </p:sp>
        <p:sp>
          <p:nvSpPr>
            <p:cNvPr id="62" name="path 62"/>
            <p:cNvSpPr/>
            <p:nvPr/>
          </p:nvSpPr>
          <p:spPr>
            <a:xfrm>
              <a:off x="2098339" y="1348451"/>
              <a:ext cx="29721" cy="53498"/>
            </a:xfrm>
            <a:custGeom>
              <a:avLst/>
              <a:gdLst/>
              <a:ahLst/>
              <a:cxnLst/>
              <a:rect l="0" t="0" r="r" b="b"/>
              <a:pathLst>
                <a:path w="29721" h="53498">
                  <a:moveTo>
                    <a:pt x="0" y="0"/>
                  </a:moveTo>
                  <a:lnTo>
                    <a:pt x="29721" y="53498"/>
                  </a:lnTo>
                </a:path>
              </a:pathLst>
            </a:custGeom>
            <a:noFill/>
            <a:ln w="11430">
              <a:solidFill>
                <a:srgbClr val="303943"/>
              </a:solidFill>
              <a:round/>
            </a:ln>
          </p:spPr>
        </p:sp>
        <p:sp>
          <p:nvSpPr>
            <p:cNvPr id="63" name="path 63"/>
            <p:cNvSpPr/>
            <p:nvPr/>
          </p:nvSpPr>
          <p:spPr>
            <a:xfrm>
              <a:off x="2057429" y="1348451"/>
              <a:ext cx="40911" cy="22728"/>
            </a:xfrm>
            <a:custGeom>
              <a:avLst/>
              <a:gdLst/>
              <a:ahLst/>
              <a:cxnLst/>
              <a:rect l="0" t="0" r="r" b="b"/>
              <a:pathLst>
                <a:path w="40911" h="22728">
                  <a:moveTo>
                    <a:pt x="40911" y="0"/>
                  </a:moveTo>
                  <a:lnTo>
                    <a:pt x="0" y="22728"/>
                  </a:lnTo>
                </a:path>
              </a:pathLst>
            </a:custGeom>
            <a:noFill/>
            <a:ln w="11430">
              <a:solidFill>
                <a:srgbClr val="303943"/>
              </a:solidFill>
              <a:round/>
            </a:ln>
          </p:spPr>
        </p:sp>
        <p:sp>
          <p:nvSpPr>
            <p:cNvPr id="64" name="path 64"/>
            <p:cNvSpPr/>
            <p:nvPr/>
          </p:nvSpPr>
          <p:spPr>
            <a:xfrm>
              <a:off x="2087150" y="1401949"/>
              <a:ext cx="40911" cy="22728"/>
            </a:xfrm>
            <a:custGeom>
              <a:avLst/>
              <a:gdLst/>
              <a:ahLst/>
              <a:cxnLst/>
              <a:rect l="0" t="0" r="r" b="b"/>
              <a:pathLst>
                <a:path w="40911" h="22728">
                  <a:moveTo>
                    <a:pt x="40911" y="0"/>
                  </a:moveTo>
                  <a:lnTo>
                    <a:pt x="0" y="22728"/>
                  </a:lnTo>
                </a:path>
              </a:pathLst>
            </a:custGeom>
            <a:noFill/>
            <a:ln w="11430">
              <a:solidFill>
                <a:srgbClr val="303943"/>
              </a:solidFill>
              <a:round/>
            </a:ln>
          </p:spPr>
        </p:sp>
        <p:sp>
          <p:nvSpPr>
            <p:cNvPr id="65" name="text 65"/>
            <p:cNvSpPr txBox="1"/>
            <p:nvPr/>
          </p:nvSpPr>
          <p:spPr>
            <a:xfrm>
              <a:off x="2555712" y="1247457"/>
              <a:ext cx="416782" cy="154686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sz="870" b="1" i="0">
                  <a:solidFill>
                    <a:srgbClr val="303943"/>
                  </a:solidFill>
                  <a:latin typeface="Arial"/>
                  <a:ea typeface="Arial"/>
                  <a:cs typeface="Arial"/>
                </a:rPr>
                <a:t>UR5e-1</a:t>
              </a:r>
              <a:endParaRPr lang="en-US" sz="870"/>
            </a:p>
          </p:txBody>
        </p:sp>
      </p:grpSp>
      <p:grpSp>
        <p:nvGrpSpPr>
          <p:cNvPr id="66" name="M2"/>
          <p:cNvGrpSpPr/>
          <p:nvPr/>
        </p:nvGrpSpPr>
        <p:grpSpPr>
          <a:xfrm>
            <a:off x="3609494" y="398439"/>
            <a:ext cx="513813" cy="749468"/>
            <a:chOff x="3609494" y="398439"/>
            <a:chExt cx="513813" cy="749468"/>
          </a:xfrm>
        </p:grpSpPr>
        <p:sp>
          <p:nvSpPr>
            <p:cNvPr id="67" name="rect 67"/>
            <p:cNvSpPr/>
            <p:nvPr/>
          </p:nvSpPr>
          <p:spPr>
            <a:xfrm>
              <a:off x="3623400" y="666000"/>
              <a:ext cx="486000" cy="468000"/>
            </a:xfrm>
            <a:prstGeom prst="rect">
              <a:avLst/>
            </a:prstGeom>
            <a:solidFill>
              <a:srgbClr val="DEE3E8"/>
            </a:solidFill>
            <a:ln w="8890">
              <a:solidFill>
                <a:srgbClr val="303943"/>
              </a:solidFill>
              <a:round/>
            </a:ln>
          </p:spPr>
        </p:sp>
        <p:sp>
          <p:nvSpPr>
            <p:cNvPr id="68" name="rect 68"/>
            <p:cNvSpPr/>
            <p:nvPr/>
          </p:nvSpPr>
          <p:spPr>
            <a:xfrm>
              <a:off x="3699000" y="720000"/>
              <a:ext cx="334800" cy="3096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303943"/>
              </a:solidFill>
              <a:round/>
            </a:ln>
          </p:spPr>
        </p:sp>
        <p:sp>
          <p:nvSpPr>
            <p:cNvPr id="69" name="rect 69"/>
            <p:cNvSpPr/>
            <p:nvPr/>
          </p:nvSpPr>
          <p:spPr>
            <a:xfrm>
              <a:off x="3821400" y="736200"/>
              <a:ext cx="90000" cy="90000"/>
            </a:xfrm>
            <a:prstGeom prst="rect">
              <a:avLst/>
            </a:prstGeom>
            <a:solidFill>
              <a:srgbClr val="DEE3E8"/>
            </a:solidFill>
            <a:ln w="5080">
              <a:solidFill>
                <a:srgbClr val="303943"/>
              </a:solidFill>
              <a:round/>
            </a:ln>
          </p:spPr>
        </p:sp>
        <p:sp>
          <p:nvSpPr>
            <p:cNvPr id="70" name="rect 70"/>
            <p:cNvSpPr/>
            <p:nvPr/>
          </p:nvSpPr>
          <p:spPr>
            <a:xfrm>
              <a:off x="3774600" y="889200"/>
              <a:ext cx="183600" cy="93600"/>
            </a:xfrm>
            <a:prstGeom prst="rect">
              <a:avLst/>
            </a:prstGeom>
            <a:solidFill>
              <a:srgbClr val="DEE3E8"/>
            </a:solidFill>
            <a:ln w="5080">
              <a:solidFill>
                <a:srgbClr val="303943"/>
              </a:solidFill>
              <a:round/>
            </a:ln>
          </p:spPr>
        </p:sp>
        <p:sp>
          <p:nvSpPr>
            <p:cNvPr id="71" name="path 71"/>
            <p:cNvSpPr/>
            <p:nvPr/>
          </p:nvSpPr>
          <p:spPr>
            <a:xfrm>
              <a:off x="3726000" y="1098000"/>
              <a:ext cx="280800" cy="1"/>
            </a:xfrm>
            <a:custGeom>
              <a:avLst/>
              <a:gdLst/>
              <a:ahLst/>
              <a:cxnLst/>
              <a:rect l="0" t="0" r="r" b="b"/>
              <a:pathLst>
                <a:path w="280800" h="1">
                  <a:moveTo>
                    <a:pt x="0" y="0"/>
                  </a:moveTo>
                  <a:lnTo>
                    <a:pt x="280800" y="0"/>
                  </a:lnTo>
                </a:path>
              </a:pathLst>
            </a:custGeom>
            <a:noFill/>
            <a:ln w="9525">
              <a:solidFill>
                <a:srgbClr val="66859C"/>
              </a:solidFill>
              <a:round/>
            </a:ln>
          </p:spPr>
        </p:sp>
        <p:sp>
          <p:nvSpPr>
            <p:cNvPr id="72" name="text 72"/>
            <p:cNvSpPr txBox="1"/>
            <p:nvPr/>
          </p:nvSpPr>
          <p:spPr>
            <a:xfrm>
              <a:off x="3764768" y="412345"/>
              <a:ext cx="203263" cy="168910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sz="950" b="1" i="0">
                  <a:solidFill>
                    <a:srgbClr val="303943"/>
                  </a:solidFill>
                  <a:latin typeface="Arial"/>
                  <a:ea typeface="Arial"/>
                  <a:cs typeface="Arial"/>
                </a:rPr>
                <a:t>M2</a:t>
              </a:r>
              <a:endParaRPr lang="en-US" sz="950"/>
            </a:p>
          </p:txBody>
        </p:sp>
      </p:grpSp>
      <p:grpSp>
        <p:nvGrpSpPr>
          <p:cNvPr id="73" name="UR5e-2"/>
          <p:cNvGrpSpPr/>
          <p:nvPr/>
        </p:nvGrpSpPr>
        <p:grpSpPr>
          <a:xfrm>
            <a:off x="3529805" y="1155576"/>
            <a:ext cx="994313" cy="318648"/>
            <a:chOff x="3529805" y="1155576"/>
            <a:chExt cx="994313" cy="318648"/>
          </a:xfrm>
        </p:grpSpPr>
        <p:sp>
          <p:nvSpPr>
            <p:cNvPr id="74" name="rect 74"/>
            <p:cNvSpPr/>
            <p:nvPr/>
          </p:nvSpPr>
          <p:spPr>
            <a:xfrm>
              <a:off x="3731400" y="1229400"/>
              <a:ext cx="270000" cy="205200"/>
            </a:xfrm>
            <a:prstGeom prst="rect">
              <a:avLst/>
            </a:prstGeom>
            <a:solidFill>
              <a:srgbClr val="DCE9F3"/>
            </a:solidFill>
            <a:ln w="5715">
              <a:solidFill>
                <a:srgbClr val="66859C"/>
              </a:solidFill>
              <a:round/>
            </a:ln>
          </p:spPr>
        </p:sp>
        <p:sp>
          <p:nvSpPr>
            <p:cNvPr id="75" name="path 75"/>
            <p:cNvSpPr/>
            <p:nvPr/>
          </p:nvSpPr>
          <p:spPr>
            <a:xfrm>
              <a:off x="3736800" y="1234800"/>
              <a:ext cx="129600" cy="97200"/>
            </a:xfrm>
            <a:custGeom>
              <a:avLst/>
              <a:gdLst/>
              <a:ahLst/>
              <a:cxnLst/>
              <a:rect l="0" t="0" r="r" b="b"/>
              <a:pathLst>
                <a:path w="129600" h="97200">
                  <a:moveTo>
                    <a:pt x="129600" y="97200"/>
                  </a:moveTo>
                  <a:lnTo>
                    <a:pt x="0" y="0"/>
                  </a:lnTo>
                </a:path>
              </a:pathLst>
            </a:custGeom>
            <a:noFill/>
            <a:ln w="60960">
              <a:solidFill>
                <a:srgbClr val="303943"/>
              </a:solidFill>
              <a:round/>
            </a:ln>
          </p:spPr>
        </p:sp>
        <p:sp>
          <p:nvSpPr>
            <p:cNvPr id="76" name="path 76"/>
            <p:cNvSpPr/>
            <p:nvPr/>
          </p:nvSpPr>
          <p:spPr>
            <a:xfrm>
              <a:off x="3690000" y="1234800"/>
              <a:ext cx="46800" cy="104400"/>
            </a:xfrm>
            <a:custGeom>
              <a:avLst/>
              <a:gdLst/>
              <a:ahLst/>
              <a:cxnLst/>
              <a:rect l="0" t="0" r="r" b="b"/>
              <a:pathLst>
                <a:path w="46800" h="104400">
                  <a:moveTo>
                    <a:pt x="46800" y="0"/>
                  </a:moveTo>
                  <a:lnTo>
                    <a:pt x="0" y="104400"/>
                  </a:lnTo>
                </a:path>
              </a:pathLst>
            </a:custGeom>
            <a:noFill/>
            <a:ln w="60960">
              <a:solidFill>
                <a:srgbClr val="303943"/>
              </a:solidFill>
              <a:round/>
            </a:ln>
          </p:spPr>
        </p:sp>
        <p:sp>
          <p:nvSpPr>
            <p:cNvPr id="77" name="path 77"/>
            <p:cNvSpPr/>
            <p:nvPr/>
          </p:nvSpPr>
          <p:spPr>
            <a:xfrm>
              <a:off x="3625200" y="1339200"/>
              <a:ext cx="64800" cy="36000"/>
            </a:xfrm>
            <a:custGeom>
              <a:avLst/>
              <a:gdLst/>
              <a:ahLst/>
              <a:cxnLst/>
              <a:rect l="0" t="0" r="r" b="b"/>
              <a:pathLst>
                <a:path w="64800" h="36000">
                  <a:moveTo>
                    <a:pt x="64800" y="0"/>
                  </a:moveTo>
                  <a:lnTo>
                    <a:pt x="0" y="36000"/>
                  </a:lnTo>
                </a:path>
              </a:pathLst>
            </a:custGeom>
            <a:noFill/>
            <a:ln w="60960">
              <a:solidFill>
                <a:srgbClr val="303943"/>
              </a:solidFill>
              <a:round/>
            </a:ln>
          </p:spPr>
        </p:sp>
        <p:sp>
          <p:nvSpPr>
            <p:cNvPr id="78" name="path 78"/>
            <p:cNvSpPr/>
            <p:nvPr/>
          </p:nvSpPr>
          <p:spPr>
            <a:xfrm>
              <a:off x="3736800" y="1234800"/>
              <a:ext cx="129600" cy="97200"/>
            </a:xfrm>
            <a:custGeom>
              <a:avLst/>
              <a:gdLst/>
              <a:ahLst/>
              <a:cxnLst/>
              <a:rect l="0" t="0" r="r" b="b"/>
              <a:pathLst>
                <a:path w="129600" h="97200">
                  <a:moveTo>
                    <a:pt x="129600" y="97200"/>
                  </a:moveTo>
                  <a:lnTo>
                    <a:pt x="0" y="0"/>
                  </a:lnTo>
                </a:path>
              </a:pathLst>
            </a:custGeom>
            <a:noFill/>
            <a:ln w="43180">
              <a:solidFill>
                <a:srgbClr val="DEE3E8"/>
              </a:solidFill>
              <a:round/>
            </a:ln>
          </p:spPr>
        </p:sp>
        <p:sp>
          <p:nvSpPr>
            <p:cNvPr id="79" name="path 79"/>
            <p:cNvSpPr/>
            <p:nvPr/>
          </p:nvSpPr>
          <p:spPr>
            <a:xfrm>
              <a:off x="3690000" y="1234800"/>
              <a:ext cx="46800" cy="104400"/>
            </a:xfrm>
            <a:custGeom>
              <a:avLst/>
              <a:gdLst/>
              <a:ahLst/>
              <a:cxnLst/>
              <a:rect l="0" t="0" r="r" b="b"/>
              <a:pathLst>
                <a:path w="46800" h="104400">
                  <a:moveTo>
                    <a:pt x="46800" y="0"/>
                  </a:moveTo>
                  <a:lnTo>
                    <a:pt x="0" y="104400"/>
                  </a:lnTo>
                </a:path>
              </a:pathLst>
            </a:custGeom>
            <a:noFill/>
            <a:ln w="43180">
              <a:solidFill>
                <a:srgbClr val="DEE3E8"/>
              </a:solidFill>
              <a:round/>
            </a:ln>
          </p:spPr>
        </p:sp>
        <p:sp>
          <p:nvSpPr>
            <p:cNvPr id="80" name="path 80"/>
            <p:cNvSpPr/>
            <p:nvPr/>
          </p:nvSpPr>
          <p:spPr>
            <a:xfrm>
              <a:off x="3625200" y="1339200"/>
              <a:ext cx="64800" cy="36000"/>
            </a:xfrm>
            <a:custGeom>
              <a:avLst/>
              <a:gdLst/>
              <a:ahLst/>
              <a:cxnLst/>
              <a:rect l="0" t="0" r="r" b="b"/>
              <a:pathLst>
                <a:path w="64800" h="36000">
                  <a:moveTo>
                    <a:pt x="64800" y="0"/>
                  </a:moveTo>
                  <a:lnTo>
                    <a:pt x="0" y="36000"/>
                  </a:lnTo>
                </a:path>
              </a:pathLst>
            </a:custGeom>
            <a:noFill/>
            <a:ln w="43180">
              <a:solidFill>
                <a:srgbClr val="DEE3E8"/>
              </a:solidFill>
              <a:round/>
            </a:ln>
          </p:spPr>
        </p:sp>
        <p:sp>
          <p:nvSpPr>
            <p:cNvPr id="81" name="ellipse 81"/>
            <p:cNvSpPr/>
            <p:nvPr/>
          </p:nvSpPr>
          <p:spPr>
            <a:xfrm>
              <a:off x="3776400" y="1242000"/>
              <a:ext cx="180000" cy="180000"/>
            </a:xfrm>
            <a:prstGeom prst="ellipse">
              <a:avLst/>
            </a:prstGeom>
            <a:solidFill>
              <a:srgbClr val="DCE9F3"/>
            </a:solidFill>
            <a:ln w="7620">
              <a:solidFill>
                <a:srgbClr val="303943"/>
              </a:solidFill>
              <a:round/>
            </a:ln>
          </p:spPr>
        </p:sp>
        <p:sp>
          <p:nvSpPr>
            <p:cNvPr id="82" name="ellipse 82"/>
            <p:cNvSpPr/>
            <p:nvPr/>
          </p:nvSpPr>
          <p:spPr>
            <a:xfrm>
              <a:off x="3841200" y="1306800"/>
              <a:ext cx="50400" cy="50400"/>
            </a:xfrm>
            <a:prstGeom prst="ellipse">
              <a:avLst/>
            </a:prstGeom>
            <a:solidFill>
              <a:srgbClr val="303943"/>
            </a:solidFill>
            <a:ln w="0">
              <a:solidFill>
                <a:srgbClr val="303943"/>
              </a:solidFill>
              <a:round/>
            </a:ln>
          </p:spPr>
        </p:sp>
        <p:sp>
          <p:nvSpPr>
            <p:cNvPr id="83" name="ellipse 83"/>
            <p:cNvSpPr/>
            <p:nvPr/>
          </p:nvSpPr>
          <p:spPr>
            <a:xfrm>
              <a:off x="3697200" y="1195200"/>
              <a:ext cx="79200" cy="79200"/>
            </a:xfrm>
            <a:prstGeom prst="ellipse">
              <a:avLst/>
            </a:prstGeom>
            <a:solidFill>
              <a:srgbClr val="DCE9F3"/>
            </a:solidFill>
            <a:ln w="7620">
              <a:solidFill>
                <a:srgbClr val="303943"/>
              </a:solidFill>
              <a:round/>
            </a:ln>
          </p:spPr>
        </p:sp>
        <p:sp>
          <p:nvSpPr>
            <p:cNvPr id="84" name="ellipse 84"/>
            <p:cNvSpPr/>
            <p:nvPr/>
          </p:nvSpPr>
          <p:spPr>
            <a:xfrm>
              <a:off x="3726000" y="1224000"/>
              <a:ext cx="21600" cy="21600"/>
            </a:xfrm>
            <a:prstGeom prst="ellipse">
              <a:avLst/>
            </a:prstGeom>
            <a:solidFill>
              <a:srgbClr val="303943"/>
            </a:solidFill>
            <a:ln w="0">
              <a:solidFill>
                <a:srgbClr val="303943"/>
              </a:solidFill>
              <a:round/>
            </a:ln>
          </p:spPr>
        </p:sp>
        <p:sp>
          <p:nvSpPr>
            <p:cNvPr id="85" name="ellipse 85"/>
            <p:cNvSpPr/>
            <p:nvPr/>
          </p:nvSpPr>
          <p:spPr>
            <a:xfrm>
              <a:off x="3650400" y="1299600"/>
              <a:ext cx="79200" cy="79200"/>
            </a:xfrm>
            <a:prstGeom prst="ellipse">
              <a:avLst/>
            </a:prstGeom>
            <a:solidFill>
              <a:srgbClr val="DCE9F3"/>
            </a:solidFill>
            <a:ln w="7620">
              <a:solidFill>
                <a:srgbClr val="303943"/>
              </a:solidFill>
              <a:round/>
            </a:ln>
          </p:spPr>
        </p:sp>
        <p:sp>
          <p:nvSpPr>
            <p:cNvPr id="86" name="ellipse 86"/>
            <p:cNvSpPr/>
            <p:nvPr/>
          </p:nvSpPr>
          <p:spPr>
            <a:xfrm>
              <a:off x="3679200" y="1328400"/>
              <a:ext cx="21600" cy="21600"/>
            </a:xfrm>
            <a:prstGeom prst="ellipse">
              <a:avLst/>
            </a:prstGeom>
            <a:solidFill>
              <a:srgbClr val="303943"/>
            </a:solidFill>
            <a:ln w="0">
              <a:solidFill>
                <a:srgbClr val="303943"/>
              </a:solidFill>
              <a:round/>
            </a:ln>
          </p:spPr>
        </p:sp>
        <p:sp>
          <p:nvSpPr>
            <p:cNvPr id="87" name="path 87"/>
            <p:cNvSpPr/>
            <p:nvPr/>
          </p:nvSpPr>
          <p:spPr>
            <a:xfrm>
              <a:off x="3610339" y="1348451"/>
              <a:ext cx="29721" cy="53498"/>
            </a:xfrm>
            <a:custGeom>
              <a:avLst/>
              <a:gdLst/>
              <a:ahLst/>
              <a:cxnLst/>
              <a:rect l="0" t="0" r="r" b="b"/>
              <a:pathLst>
                <a:path w="29721" h="53498">
                  <a:moveTo>
                    <a:pt x="0" y="0"/>
                  </a:moveTo>
                  <a:lnTo>
                    <a:pt x="29721" y="53498"/>
                  </a:lnTo>
                </a:path>
              </a:pathLst>
            </a:custGeom>
            <a:noFill/>
            <a:ln w="11430">
              <a:solidFill>
                <a:srgbClr val="303943"/>
              </a:solidFill>
              <a:round/>
            </a:ln>
          </p:spPr>
        </p:sp>
        <p:sp>
          <p:nvSpPr>
            <p:cNvPr id="88" name="path 88"/>
            <p:cNvSpPr/>
            <p:nvPr/>
          </p:nvSpPr>
          <p:spPr>
            <a:xfrm>
              <a:off x="3569429" y="1348451"/>
              <a:ext cx="40911" cy="22728"/>
            </a:xfrm>
            <a:custGeom>
              <a:avLst/>
              <a:gdLst/>
              <a:ahLst/>
              <a:cxnLst/>
              <a:rect l="0" t="0" r="r" b="b"/>
              <a:pathLst>
                <a:path w="40911" h="22728">
                  <a:moveTo>
                    <a:pt x="40911" y="0"/>
                  </a:moveTo>
                  <a:lnTo>
                    <a:pt x="0" y="22728"/>
                  </a:lnTo>
                </a:path>
              </a:pathLst>
            </a:custGeom>
            <a:noFill/>
            <a:ln w="11430">
              <a:solidFill>
                <a:srgbClr val="303943"/>
              </a:solidFill>
              <a:round/>
            </a:ln>
          </p:spPr>
        </p:sp>
        <p:sp>
          <p:nvSpPr>
            <p:cNvPr id="89" name="path 89"/>
            <p:cNvSpPr/>
            <p:nvPr/>
          </p:nvSpPr>
          <p:spPr>
            <a:xfrm>
              <a:off x="3599150" y="1401949"/>
              <a:ext cx="40911" cy="22728"/>
            </a:xfrm>
            <a:custGeom>
              <a:avLst/>
              <a:gdLst/>
              <a:ahLst/>
              <a:cxnLst/>
              <a:rect l="0" t="0" r="r" b="b"/>
              <a:pathLst>
                <a:path w="40911" h="22728">
                  <a:moveTo>
                    <a:pt x="40911" y="0"/>
                  </a:moveTo>
                  <a:lnTo>
                    <a:pt x="0" y="22728"/>
                  </a:lnTo>
                </a:path>
              </a:pathLst>
            </a:custGeom>
            <a:noFill/>
            <a:ln w="11430">
              <a:solidFill>
                <a:srgbClr val="303943"/>
              </a:solidFill>
              <a:round/>
            </a:ln>
          </p:spPr>
        </p:sp>
        <p:sp>
          <p:nvSpPr>
            <p:cNvPr id="90" name="text 90"/>
            <p:cNvSpPr txBox="1"/>
            <p:nvPr/>
          </p:nvSpPr>
          <p:spPr>
            <a:xfrm>
              <a:off x="4067712" y="1247457"/>
              <a:ext cx="416782" cy="154686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sz="870" b="1" i="0">
                  <a:solidFill>
                    <a:srgbClr val="303943"/>
                  </a:solidFill>
                  <a:latin typeface="Arial"/>
                  <a:ea typeface="Arial"/>
                  <a:cs typeface="Arial"/>
                </a:rPr>
                <a:t>UR5e-2</a:t>
              </a:r>
              <a:endParaRPr lang="en-US" sz="870"/>
            </a:p>
          </p:txBody>
        </p:sp>
      </p:grpSp>
      <p:grpSp>
        <p:nvGrpSpPr>
          <p:cNvPr id="91" name="Conveyor"/>
          <p:cNvGrpSpPr/>
          <p:nvPr/>
        </p:nvGrpSpPr>
        <p:grpSpPr>
          <a:xfrm>
            <a:off x="1658506" y="1543306"/>
            <a:ext cx="3206188" cy="529443"/>
            <a:chOff x="1658506" y="1543306"/>
            <a:chExt cx="3206188" cy="529443"/>
          </a:xfrm>
        </p:grpSpPr>
        <p:sp>
          <p:nvSpPr>
            <p:cNvPr id="92" name="rect 92"/>
            <p:cNvSpPr/>
            <p:nvPr/>
          </p:nvSpPr>
          <p:spPr>
            <a:xfrm>
              <a:off x="1674000" y="1558800"/>
              <a:ext cx="3175200" cy="194400"/>
            </a:xfrm>
            <a:prstGeom prst="rect">
              <a:avLst/>
            </a:prstGeom>
            <a:solidFill>
              <a:srgbClr val="687580"/>
            </a:solidFill>
            <a:ln w="8890">
              <a:solidFill>
                <a:srgbClr val="303943"/>
              </a:solidFill>
              <a:round/>
            </a:ln>
          </p:spPr>
        </p:sp>
        <p:sp>
          <p:nvSpPr>
            <p:cNvPr id="93" name="path 93"/>
            <p:cNvSpPr/>
            <p:nvPr/>
          </p:nvSpPr>
          <p:spPr>
            <a:xfrm>
              <a:off x="1796123" y="1576800"/>
              <a:ext cx="1" cy="158400"/>
            </a:xfrm>
            <a:custGeom>
              <a:avLst/>
              <a:gdLst/>
              <a:ahLst/>
              <a:cxnLst/>
              <a:rect l="0" t="0" r="r" b="b"/>
              <a:pathLst>
                <a:path w="1" h="158400">
                  <a:moveTo>
                    <a:pt x="0" y="158400"/>
                  </a:move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94A0A9"/>
              </a:solidFill>
              <a:round/>
            </a:ln>
          </p:spPr>
        </p:sp>
        <p:sp>
          <p:nvSpPr>
            <p:cNvPr id="94" name="path 94"/>
            <p:cNvSpPr/>
            <p:nvPr/>
          </p:nvSpPr>
          <p:spPr>
            <a:xfrm>
              <a:off x="1918246" y="1576800"/>
              <a:ext cx="1" cy="158400"/>
            </a:xfrm>
            <a:custGeom>
              <a:avLst/>
              <a:gdLst/>
              <a:ahLst/>
              <a:cxnLst/>
              <a:rect l="0" t="0" r="r" b="b"/>
              <a:pathLst>
                <a:path w="1" h="158400">
                  <a:moveTo>
                    <a:pt x="0" y="158400"/>
                  </a:move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94A0A9"/>
              </a:solidFill>
              <a:round/>
            </a:ln>
          </p:spPr>
        </p:sp>
        <p:sp>
          <p:nvSpPr>
            <p:cNvPr id="95" name="path 95"/>
            <p:cNvSpPr/>
            <p:nvPr/>
          </p:nvSpPr>
          <p:spPr>
            <a:xfrm>
              <a:off x="2040369" y="1576800"/>
              <a:ext cx="1" cy="158400"/>
            </a:xfrm>
            <a:custGeom>
              <a:avLst/>
              <a:gdLst/>
              <a:ahLst/>
              <a:cxnLst/>
              <a:rect l="0" t="0" r="r" b="b"/>
              <a:pathLst>
                <a:path w="1" h="158400">
                  <a:moveTo>
                    <a:pt x="0" y="158400"/>
                  </a:move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94A0A9"/>
              </a:solidFill>
              <a:round/>
            </a:ln>
          </p:spPr>
        </p:sp>
        <p:sp>
          <p:nvSpPr>
            <p:cNvPr id="96" name="path 96"/>
            <p:cNvSpPr/>
            <p:nvPr/>
          </p:nvSpPr>
          <p:spPr>
            <a:xfrm>
              <a:off x="2162492" y="1576800"/>
              <a:ext cx="1" cy="158400"/>
            </a:xfrm>
            <a:custGeom>
              <a:avLst/>
              <a:gdLst/>
              <a:ahLst/>
              <a:cxnLst/>
              <a:rect l="0" t="0" r="r" b="b"/>
              <a:pathLst>
                <a:path w="1" h="158400">
                  <a:moveTo>
                    <a:pt x="0" y="158400"/>
                  </a:move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94A0A9"/>
              </a:solidFill>
              <a:round/>
            </a:ln>
          </p:spPr>
        </p:sp>
        <p:sp>
          <p:nvSpPr>
            <p:cNvPr id="97" name="path 97"/>
            <p:cNvSpPr/>
            <p:nvPr/>
          </p:nvSpPr>
          <p:spPr>
            <a:xfrm>
              <a:off x="2284615" y="1576800"/>
              <a:ext cx="1" cy="158400"/>
            </a:xfrm>
            <a:custGeom>
              <a:avLst/>
              <a:gdLst/>
              <a:ahLst/>
              <a:cxnLst/>
              <a:rect l="0" t="0" r="r" b="b"/>
              <a:pathLst>
                <a:path w="1" h="158400">
                  <a:moveTo>
                    <a:pt x="0" y="158400"/>
                  </a:move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94A0A9"/>
              </a:solidFill>
              <a:round/>
            </a:ln>
          </p:spPr>
        </p:sp>
        <p:sp>
          <p:nvSpPr>
            <p:cNvPr id="98" name="path 98"/>
            <p:cNvSpPr/>
            <p:nvPr/>
          </p:nvSpPr>
          <p:spPr>
            <a:xfrm>
              <a:off x="2406738" y="1576800"/>
              <a:ext cx="1" cy="158400"/>
            </a:xfrm>
            <a:custGeom>
              <a:avLst/>
              <a:gdLst/>
              <a:ahLst/>
              <a:cxnLst/>
              <a:rect l="0" t="0" r="r" b="b"/>
              <a:pathLst>
                <a:path w="1" h="158400">
                  <a:moveTo>
                    <a:pt x="0" y="158400"/>
                  </a:move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94A0A9"/>
              </a:solidFill>
              <a:round/>
            </a:ln>
          </p:spPr>
        </p:sp>
        <p:sp>
          <p:nvSpPr>
            <p:cNvPr id="99" name="path 99"/>
            <p:cNvSpPr/>
            <p:nvPr/>
          </p:nvSpPr>
          <p:spPr>
            <a:xfrm>
              <a:off x="2528862" y="1576800"/>
              <a:ext cx="1" cy="158400"/>
            </a:xfrm>
            <a:custGeom>
              <a:avLst/>
              <a:gdLst/>
              <a:ahLst/>
              <a:cxnLst/>
              <a:rect l="0" t="0" r="r" b="b"/>
              <a:pathLst>
                <a:path w="1" h="158400">
                  <a:moveTo>
                    <a:pt x="0" y="158400"/>
                  </a:move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94A0A9"/>
              </a:solidFill>
              <a:round/>
            </a:ln>
          </p:spPr>
        </p:sp>
        <p:sp>
          <p:nvSpPr>
            <p:cNvPr id="100" name="path 100"/>
            <p:cNvSpPr/>
            <p:nvPr/>
          </p:nvSpPr>
          <p:spPr>
            <a:xfrm>
              <a:off x="2650985" y="1576800"/>
              <a:ext cx="1" cy="158400"/>
            </a:xfrm>
            <a:custGeom>
              <a:avLst/>
              <a:gdLst/>
              <a:ahLst/>
              <a:cxnLst/>
              <a:rect l="0" t="0" r="r" b="b"/>
              <a:pathLst>
                <a:path w="1" h="158400">
                  <a:moveTo>
                    <a:pt x="0" y="158400"/>
                  </a:move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94A0A9"/>
              </a:solidFill>
              <a:round/>
            </a:ln>
          </p:spPr>
        </p:sp>
        <p:sp>
          <p:nvSpPr>
            <p:cNvPr id="101" name="path 101"/>
            <p:cNvSpPr/>
            <p:nvPr/>
          </p:nvSpPr>
          <p:spPr>
            <a:xfrm>
              <a:off x="2773108" y="1576800"/>
              <a:ext cx="1" cy="158400"/>
            </a:xfrm>
            <a:custGeom>
              <a:avLst/>
              <a:gdLst/>
              <a:ahLst/>
              <a:cxnLst/>
              <a:rect l="0" t="0" r="r" b="b"/>
              <a:pathLst>
                <a:path w="1" h="158400">
                  <a:moveTo>
                    <a:pt x="0" y="158400"/>
                  </a:move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94A0A9"/>
              </a:solidFill>
              <a:round/>
            </a:ln>
          </p:spPr>
        </p:sp>
        <p:sp>
          <p:nvSpPr>
            <p:cNvPr id="102" name="path 102"/>
            <p:cNvSpPr/>
            <p:nvPr/>
          </p:nvSpPr>
          <p:spPr>
            <a:xfrm>
              <a:off x="2895231" y="1576800"/>
              <a:ext cx="1" cy="158400"/>
            </a:xfrm>
            <a:custGeom>
              <a:avLst/>
              <a:gdLst/>
              <a:ahLst/>
              <a:cxnLst/>
              <a:rect l="0" t="0" r="r" b="b"/>
              <a:pathLst>
                <a:path w="1" h="158400">
                  <a:moveTo>
                    <a:pt x="0" y="158400"/>
                  </a:move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94A0A9"/>
              </a:solidFill>
              <a:round/>
            </a:ln>
          </p:spPr>
        </p:sp>
        <p:sp>
          <p:nvSpPr>
            <p:cNvPr id="103" name="path 103"/>
            <p:cNvSpPr/>
            <p:nvPr/>
          </p:nvSpPr>
          <p:spPr>
            <a:xfrm>
              <a:off x="3017354" y="1576800"/>
              <a:ext cx="1" cy="158400"/>
            </a:xfrm>
            <a:custGeom>
              <a:avLst/>
              <a:gdLst/>
              <a:ahLst/>
              <a:cxnLst/>
              <a:rect l="0" t="0" r="r" b="b"/>
              <a:pathLst>
                <a:path w="1" h="158400">
                  <a:moveTo>
                    <a:pt x="0" y="158400"/>
                  </a:move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94A0A9"/>
              </a:solidFill>
              <a:round/>
            </a:ln>
          </p:spPr>
        </p:sp>
        <p:sp>
          <p:nvSpPr>
            <p:cNvPr id="104" name="path 104"/>
            <p:cNvSpPr/>
            <p:nvPr/>
          </p:nvSpPr>
          <p:spPr>
            <a:xfrm>
              <a:off x="3139477" y="1576800"/>
              <a:ext cx="1" cy="158400"/>
            </a:xfrm>
            <a:custGeom>
              <a:avLst/>
              <a:gdLst/>
              <a:ahLst/>
              <a:cxnLst/>
              <a:rect l="0" t="0" r="r" b="b"/>
              <a:pathLst>
                <a:path w="1" h="158400">
                  <a:moveTo>
                    <a:pt x="0" y="158400"/>
                  </a:move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94A0A9"/>
              </a:solidFill>
              <a:round/>
            </a:ln>
          </p:spPr>
        </p:sp>
        <p:sp>
          <p:nvSpPr>
            <p:cNvPr id="105" name="path 105"/>
            <p:cNvSpPr/>
            <p:nvPr/>
          </p:nvSpPr>
          <p:spPr>
            <a:xfrm>
              <a:off x="3261600" y="1576800"/>
              <a:ext cx="1" cy="158400"/>
            </a:xfrm>
            <a:custGeom>
              <a:avLst/>
              <a:gdLst/>
              <a:ahLst/>
              <a:cxnLst/>
              <a:rect l="0" t="0" r="r" b="b"/>
              <a:pathLst>
                <a:path w="1" h="158400">
                  <a:moveTo>
                    <a:pt x="0" y="158400"/>
                  </a:move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94A0A9"/>
              </a:solidFill>
              <a:round/>
            </a:ln>
          </p:spPr>
        </p:sp>
        <p:sp>
          <p:nvSpPr>
            <p:cNvPr id="106" name="path 106"/>
            <p:cNvSpPr/>
            <p:nvPr/>
          </p:nvSpPr>
          <p:spPr>
            <a:xfrm>
              <a:off x="3383723" y="1576800"/>
              <a:ext cx="1" cy="158400"/>
            </a:xfrm>
            <a:custGeom>
              <a:avLst/>
              <a:gdLst/>
              <a:ahLst/>
              <a:cxnLst/>
              <a:rect l="0" t="0" r="r" b="b"/>
              <a:pathLst>
                <a:path w="1" h="158400">
                  <a:moveTo>
                    <a:pt x="0" y="158400"/>
                  </a:move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94A0A9"/>
              </a:solidFill>
              <a:round/>
            </a:ln>
          </p:spPr>
        </p:sp>
        <p:sp>
          <p:nvSpPr>
            <p:cNvPr id="107" name="path 107"/>
            <p:cNvSpPr/>
            <p:nvPr/>
          </p:nvSpPr>
          <p:spPr>
            <a:xfrm>
              <a:off x="3505846" y="1576800"/>
              <a:ext cx="1" cy="158400"/>
            </a:xfrm>
            <a:custGeom>
              <a:avLst/>
              <a:gdLst/>
              <a:ahLst/>
              <a:cxnLst/>
              <a:rect l="0" t="0" r="r" b="b"/>
              <a:pathLst>
                <a:path w="1" h="158400">
                  <a:moveTo>
                    <a:pt x="0" y="158400"/>
                  </a:move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94A0A9"/>
              </a:solidFill>
              <a:round/>
            </a:ln>
          </p:spPr>
        </p:sp>
        <p:sp>
          <p:nvSpPr>
            <p:cNvPr id="108" name="path 108"/>
            <p:cNvSpPr/>
            <p:nvPr/>
          </p:nvSpPr>
          <p:spPr>
            <a:xfrm>
              <a:off x="3627969" y="1576800"/>
              <a:ext cx="1" cy="158400"/>
            </a:xfrm>
            <a:custGeom>
              <a:avLst/>
              <a:gdLst/>
              <a:ahLst/>
              <a:cxnLst/>
              <a:rect l="0" t="0" r="r" b="b"/>
              <a:pathLst>
                <a:path w="1" h="158400">
                  <a:moveTo>
                    <a:pt x="0" y="158400"/>
                  </a:move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94A0A9"/>
              </a:solidFill>
              <a:round/>
            </a:ln>
          </p:spPr>
        </p:sp>
        <p:sp>
          <p:nvSpPr>
            <p:cNvPr id="109" name="path 109"/>
            <p:cNvSpPr/>
            <p:nvPr/>
          </p:nvSpPr>
          <p:spPr>
            <a:xfrm>
              <a:off x="3750092" y="1576800"/>
              <a:ext cx="1" cy="158400"/>
            </a:xfrm>
            <a:custGeom>
              <a:avLst/>
              <a:gdLst/>
              <a:ahLst/>
              <a:cxnLst/>
              <a:rect l="0" t="0" r="r" b="b"/>
              <a:pathLst>
                <a:path w="1" h="158400">
                  <a:moveTo>
                    <a:pt x="0" y="158400"/>
                  </a:move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94A0A9"/>
              </a:solidFill>
              <a:round/>
            </a:ln>
          </p:spPr>
        </p:sp>
        <p:sp>
          <p:nvSpPr>
            <p:cNvPr id="110" name="path 110"/>
            <p:cNvSpPr/>
            <p:nvPr/>
          </p:nvSpPr>
          <p:spPr>
            <a:xfrm>
              <a:off x="3872215" y="1576800"/>
              <a:ext cx="1" cy="158400"/>
            </a:xfrm>
            <a:custGeom>
              <a:avLst/>
              <a:gdLst/>
              <a:ahLst/>
              <a:cxnLst/>
              <a:rect l="0" t="0" r="r" b="b"/>
              <a:pathLst>
                <a:path w="1" h="158400">
                  <a:moveTo>
                    <a:pt x="0" y="158400"/>
                  </a:move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94A0A9"/>
              </a:solidFill>
              <a:round/>
            </a:ln>
          </p:spPr>
        </p:sp>
        <p:sp>
          <p:nvSpPr>
            <p:cNvPr id="111" name="path 111"/>
            <p:cNvSpPr/>
            <p:nvPr/>
          </p:nvSpPr>
          <p:spPr>
            <a:xfrm>
              <a:off x="3994338" y="1576800"/>
              <a:ext cx="1" cy="158400"/>
            </a:xfrm>
            <a:custGeom>
              <a:avLst/>
              <a:gdLst/>
              <a:ahLst/>
              <a:cxnLst/>
              <a:rect l="0" t="0" r="r" b="b"/>
              <a:pathLst>
                <a:path w="1" h="158400">
                  <a:moveTo>
                    <a:pt x="0" y="158400"/>
                  </a:move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94A0A9"/>
              </a:solidFill>
              <a:round/>
            </a:ln>
          </p:spPr>
        </p:sp>
        <p:sp>
          <p:nvSpPr>
            <p:cNvPr id="112" name="path 112"/>
            <p:cNvSpPr/>
            <p:nvPr/>
          </p:nvSpPr>
          <p:spPr>
            <a:xfrm>
              <a:off x="4116462" y="1576800"/>
              <a:ext cx="1" cy="158400"/>
            </a:xfrm>
            <a:custGeom>
              <a:avLst/>
              <a:gdLst/>
              <a:ahLst/>
              <a:cxnLst/>
              <a:rect l="0" t="0" r="r" b="b"/>
              <a:pathLst>
                <a:path w="1" h="158400">
                  <a:moveTo>
                    <a:pt x="0" y="158400"/>
                  </a:move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94A0A9"/>
              </a:solidFill>
              <a:round/>
            </a:ln>
          </p:spPr>
        </p:sp>
        <p:sp>
          <p:nvSpPr>
            <p:cNvPr id="113" name="path 113"/>
            <p:cNvSpPr/>
            <p:nvPr/>
          </p:nvSpPr>
          <p:spPr>
            <a:xfrm>
              <a:off x="4238585" y="1576800"/>
              <a:ext cx="1" cy="158400"/>
            </a:xfrm>
            <a:custGeom>
              <a:avLst/>
              <a:gdLst/>
              <a:ahLst/>
              <a:cxnLst/>
              <a:rect l="0" t="0" r="r" b="b"/>
              <a:pathLst>
                <a:path w="1" h="158400">
                  <a:moveTo>
                    <a:pt x="0" y="158400"/>
                  </a:move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94A0A9"/>
              </a:solidFill>
              <a:round/>
            </a:ln>
          </p:spPr>
        </p:sp>
        <p:sp>
          <p:nvSpPr>
            <p:cNvPr id="114" name="path 114"/>
            <p:cNvSpPr/>
            <p:nvPr/>
          </p:nvSpPr>
          <p:spPr>
            <a:xfrm>
              <a:off x="4360708" y="1576800"/>
              <a:ext cx="1" cy="158400"/>
            </a:xfrm>
            <a:custGeom>
              <a:avLst/>
              <a:gdLst/>
              <a:ahLst/>
              <a:cxnLst/>
              <a:rect l="0" t="0" r="r" b="b"/>
              <a:pathLst>
                <a:path w="1" h="158400">
                  <a:moveTo>
                    <a:pt x="0" y="158400"/>
                  </a:move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94A0A9"/>
              </a:solidFill>
              <a:round/>
            </a:ln>
          </p:spPr>
        </p:sp>
        <p:sp>
          <p:nvSpPr>
            <p:cNvPr id="115" name="path 115"/>
            <p:cNvSpPr/>
            <p:nvPr/>
          </p:nvSpPr>
          <p:spPr>
            <a:xfrm>
              <a:off x="4482831" y="1576800"/>
              <a:ext cx="1" cy="158400"/>
            </a:xfrm>
            <a:custGeom>
              <a:avLst/>
              <a:gdLst/>
              <a:ahLst/>
              <a:cxnLst/>
              <a:rect l="0" t="0" r="r" b="b"/>
              <a:pathLst>
                <a:path w="1" h="158400">
                  <a:moveTo>
                    <a:pt x="0" y="158400"/>
                  </a:move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94A0A9"/>
              </a:solidFill>
              <a:round/>
            </a:ln>
          </p:spPr>
        </p:sp>
        <p:sp>
          <p:nvSpPr>
            <p:cNvPr id="116" name="path 116"/>
            <p:cNvSpPr/>
            <p:nvPr/>
          </p:nvSpPr>
          <p:spPr>
            <a:xfrm>
              <a:off x="4604954" y="1576800"/>
              <a:ext cx="1" cy="158400"/>
            </a:xfrm>
            <a:custGeom>
              <a:avLst/>
              <a:gdLst/>
              <a:ahLst/>
              <a:cxnLst/>
              <a:rect l="0" t="0" r="r" b="b"/>
              <a:pathLst>
                <a:path w="1" h="158400">
                  <a:moveTo>
                    <a:pt x="0" y="158400"/>
                  </a:move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94A0A9"/>
              </a:solidFill>
              <a:round/>
            </a:ln>
          </p:spPr>
        </p:sp>
        <p:sp>
          <p:nvSpPr>
            <p:cNvPr id="117" name="path 117"/>
            <p:cNvSpPr/>
            <p:nvPr/>
          </p:nvSpPr>
          <p:spPr>
            <a:xfrm>
              <a:off x="4727077" y="1576800"/>
              <a:ext cx="1" cy="158400"/>
            </a:xfrm>
            <a:custGeom>
              <a:avLst/>
              <a:gdLst/>
              <a:ahLst/>
              <a:cxnLst/>
              <a:rect l="0" t="0" r="r" b="b"/>
              <a:pathLst>
                <a:path w="1" h="158400">
                  <a:moveTo>
                    <a:pt x="0" y="158400"/>
                  </a:move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94A0A9"/>
              </a:solidFill>
              <a:round/>
            </a:ln>
          </p:spPr>
        </p:sp>
        <p:sp>
          <p:nvSpPr>
            <p:cNvPr id="118" name="path 118"/>
            <p:cNvSpPr/>
            <p:nvPr/>
          </p:nvSpPr>
          <p:spPr>
            <a:xfrm>
              <a:off x="1674000" y="1751400"/>
              <a:ext cx="3175200" cy="1"/>
            </a:xfrm>
            <a:custGeom>
              <a:avLst/>
              <a:gdLst/>
              <a:ahLst/>
              <a:cxnLst/>
              <a:rect l="0" t="0" r="r" b="b"/>
              <a:pathLst>
                <a:path w="3175200" h="1">
                  <a:moveTo>
                    <a:pt x="0" y="0"/>
                  </a:moveTo>
                  <a:lnTo>
                    <a:pt x="3175200" y="0"/>
                  </a:lnTo>
                </a:path>
              </a:pathLst>
            </a:custGeom>
            <a:noFill/>
            <a:ln w="12700">
              <a:solidFill>
                <a:srgbClr val="B8783D"/>
              </a:solidFill>
              <a:round/>
            </a:ln>
          </p:spPr>
        </p:sp>
        <p:sp>
          <p:nvSpPr>
            <p:cNvPr id="119" name="path 119"/>
            <p:cNvSpPr/>
            <p:nvPr/>
          </p:nvSpPr>
          <p:spPr>
            <a:xfrm>
              <a:off x="1674000" y="1560600"/>
              <a:ext cx="3175200" cy="1"/>
            </a:xfrm>
            <a:custGeom>
              <a:avLst/>
              <a:gdLst/>
              <a:ahLst/>
              <a:cxnLst/>
              <a:rect l="0" t="0" r="r" b="b"/>
              <a:pathLst>
                <a:path w="3175200" h="1">
                  <a:moveTo>
                    <a:pt x="0" y="0"/>
                  </a:moveTo>
                  <a:lnTo>
                    <a:pt x="3175200" y="0"/>
                  </a:lnTo>
                </a:path>
              </a:pathLst>
            </a:custGeom>
            <a:noFill/>
            <a:ln w="12700">
              <a:solidFill>
                <a:srgbClr val="B8783D"/>
              </a:solidFill>
              <a:round/>
            </a:ln>
          </p:spPr>
        </p:sp>
        <p:sp>
          <p:nvSpPr>
            <p:cNvPr id="120" name="rect 120"/>
            <p:cNvSpPr/>
            <p:nvPr/>
          </p:nvSpPr>
          <p:spPr>
            <a:xfrm>
              <a:off x="2280600" y="1589400"/>
              <a:ext cx="147600" cy="133200"/>
            </a:xfrm>
            <a:prstGeom prst="rect">
              <a:avLst/>
            </a:prstGeom>
            <a:solidFill>
              <a:srgbClr val="7AAEA9"/>
            </a:solidFill>
            <a:ln w="5715">
              <a:solidFill>
                <a:srgbClr val="FFFFFF"/>
              </a:solidFill>
              <a:round/>
            </a:ln>
          </p:spPr>
        </p:sp>
        <p:sp>
          <p:nvSpPr>
            <p:cNvPr id="121" name="rect 121"/>
            <p:cNvSpPr/>
            <p:nvPr/>
          </p:nvSpPr>
          <p:spPr>
            <a:xfrm>
              <a:off x="3792600" y="1589400"/>
              <a:ext cx="147600" cy="133200"/>
            </a:xfrm>
            <a:prstGeom prst="rect">
              <a:avLst/>
            </a:prstGeom>
            <a:solidFill>
              <a:srgbClr val="7AAEA9"/>
            </a:solidFill>
            <a:ln w="5715">
              <a:solidFill>
                <a:srgbClr val="FFFFFF"/>
              </a:solidFill>
              <a:round/>
            </a:ln>
          </p:spPr>
        </p:sp>
        <p:sp>
          <p:nvSpPr>
            <p:cNvPr id="122" name="text 122"/>
            <p:cNvSpPr txBox="1"/>
            <p:nvPr/>
          </p:nvSpPr>
          <p:spPr>
            <a:xfrm>
              <a:off x="2965103" y="1888345"/>
              <a:ext cx="592995" cy="168910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sz="950" b="1" i="0">
                  <a:solidFill>
                    <a:srgbClr val="303943"/>
                  </a:solidFill>
                  <a:latin typeface="Arial"/>
                  <a:ea typeface="Arial"/>
                  <a:cs typeface="Arial"/>
                </a:rPr>
                <a:t>Conveyor</a:t>
              </a:r>
              <a:endParaRPr lang="en-US" sz="950"/>
            </a:p>
          </p:txBody>
        </p:sp>
      </p:grpSp>
      <p:grpSp>
        <p:nvGrpSpPr>
          <p:cNvPr id="123" name="Buffer"/>
          <p:cNvGrpSpPr/>
          <p:nvPr/>
        </p:nvGrpSpPr>
        <p:grpSpPr>
          <a:xfrm>
            <a:off x="4835611" y="950401"/>
            <a:ext cx="402741" cy="816388"/>
            <a:chOff x="4835611" y="950401"/>
            <a:chExt cx="402741" cy="816388"/>
          </a:xfrm>
        </p:grpSpPr>
        <p:sp>
          <p:nvSpPr>
            <p:cNvPr id="124" name="rect 124"/>
            <p:cNvSpPr/>
            <p:nvPr/>
          </p:nvSpPr>
          <p:spPr>
            <a:xfrm>
              <a:off x="4849200" y="1558800"/>
              <a:ext cx="370440" cy="194400"/>
            </a:xfrm>
            <a:prstGeom prst="rect">
              <a:avLst/>
            </a:prstGeom>
            <a:solidFill>
              <a:srgbClr val="DCE9F3"/>
            </a:solidFill>
            <a:ln w="8890">
              <a:solidFill>
                <a:srgbClr val="303943"/>
              </a:solidFill>
              <a:round/>
            </a:ln>
          </p:spPr>
        </p:sp>
        <p:sp>
          <p:nvSpPr>
            <p:cNvPr id="125" name="path 125"/>
            <p:cNvSpPr/>
            <p:nvPr/>
          </p:nvSpPr>
          <p:spPr>
            <a:xfrm>
              <a:off x="4941810" y="1566000"/>
              <a:ext cx="1" cy="180000"/>
            </a:xfrm>
            <a:custGeom>
              <a:avLst/>
              <a:gdLst/>
              <a:ahLst/>
              <a:cxnLst/>
              <a:rect l="0" t="0" r="r" b="b"/>
              <a:pathLst>
                <a:path w="1" h="180000">
                  <a:moveTo>
                    <a:pt x="0" y="180000"/>
                  </a:move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66859C"/>
              </a:solidFill>
              <a:round/>
            </a:ln>
          </p:spPr>
        </p:sp>
        <p:sp>
          <p:nvSpPr>
            <p:cNvPr id="126" name="path 126"/>
            <p:cNvSpPr/>
            <p:nvPr/>
          </p:nvSpPr>
          <p:spPr>
            <a:xfrm>
              <a:off x="5034420" y="1566000"/>
              <a:ext cx="1" cy="180000"/>
            </a:xfrm>
            <a:custGeom>
              <a:avLst/>
              <a:gdLst/>
              <a:ahLst/>
              <a:cxnLst/>
              <a:rect l="0" t="0" r="r" b="b"/>
              <a:pathLst>
                <a:path w="1" h="180000">
                  <a:moveTo>
                    <a:pt x="0" y="180000"/>
                  </a:move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66859C"/>
              </a:solidFill>
              <a:round/>
            </a:ln>
          </p:spPr>
        </p:sp>
        <p:sp>
          <p:nvSpPr>
            <p:cNvPr id="127" name="path 127"/>
            <p:cNvSpPr/>
            <p:nvPr/>
          </p:nvSpPr>
          <p:spPr>
            <a:xfrm>
              <a:off x="5127030" y="1566000"/>
              <a:ext cx="1" cy="180000"/>
            </a:xfrm>
            <a:custGeom>
              <a:avLst/>
              <a:gdLst/>
              <a:ahLst/>
              <a:cxnLst/>
              <a:rect l="0" t="0" r="r" b="b"/>
              <a:pathLst>
                <a:path w="1" h="180000">
                  <a:moveTo>
                    <a:pt x="0" y="180000"/>
                  </a:move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66859C"/>
              </a:solidFill>
              <a:round/>
            </a:ln>
          </p:spPr>
        </p:sp>
        <p:sp>
          <p:nvSpPr>
            <p:cNvPr id="128" name="path 128"/>
            <p:cNvSpPr/>
            <p:nvPr/>
          </p:nvSpPr>
          <p:spPr>
            <a:xfrm>
              <a:off x="5038200" y="1159200"/>
              <a:ext cx="1" cy="370800"/>
            </a:xfrm>
            <a:custGeom>
              <a:avLst/>
              <a:gdLst/>
              <a:ahLst/>
              <a:cxnLst/>
              <a:rect l="0" t="0" r="r" b="b"/>
              <a:pathLst>
                <a:path w="1" h="370800">
                  <a:moveTo>
                    <a:pt x="0" y="370800"/>
                  </a:move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66859C"/>
              </a:solidFill>
              <a:round/>
            </a:ln>
          </p:spPr>
        </p:sp>
        <p:sp>
          <p:nvSpPr>
            <p:cNvPr id="129" name="text 129"/>
            <p:cNvSpPr txBox="1"/>
            <p:nvPr/>
          </p:nvSpPr>
          <p:spPr>
            <a:xfrm>
              <a:off x="4851637" y="963990"/>
              <a:ext cx="373126" cy="160020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sz="900" b="1" i="0">
                  <a:solidFill>
                    <a:srgbClr val="303943"/>
                  </a:solidFill>
                  <a:latin typeface="Arial"/>
                  <a:ea typeface="Arial"/>
                  <a:cs typeface="Arial"/>
                </a:rPr>
                <a:t>Buffer</a:t>
              </a:r>
              <a:endParaRPr lang="en-US" sz="900"/>
            </a:p>
          </p:txBody>
        </p:sp>
      </p:grpSp>
      <p:grpSp>
        <p:nvGrpSpPr>
          <p:cNvPr id="130" name="Assembly Board"/>
          <p:cNvGrpSpPr/>
          <p:nvPr/>
        </p:nvGrpSpPr>
        <p:grpSpPr>
          <a:xfrm>
            <a:off x="4331576" y="1759411"/>
            <a:ext cx="1287213" cy="457264"/>
            <a:chOff x="4331576" y="1759411"/>
            <a:chExt cx="1287213" cy="457264"/>
          </a:xfrm>
        </p:grpSpPr>
        <p:sp>
          <p:nvSpPr>
            <p:cNvPr id="131" name="rect 131"/>
            <p:cNvSpPr/>
            <p:nvPr/>
          </p:nvSpPr>
          <p:spPr>
            <a:xfrm>
              <a:off x="5227200" y="1773000"/>
              <a:ext cx="378000" cy="306000"/>
            </a:xfrm>
            <a:prstGeom prst="rect">
              <a:avLst/>
            </a:prstGeom>
            <a:solidFill>
              <a:srgbClr val="FFFFFF"/>
            </a:solidFill>
            <a:ln w="8890">
              <a:solidFill>
                <a:srgbClr val="303943"/>
              </a:solidFill>
              <a:round/>
            </a:ln>
          </p:spPr>
        </p:sp>
        <p:sp>
          <p:nvSpPr>
            <p:cNvPr id="132" name="rect 132"/>
            <p:cNvSpPr/>
            <p:nvPr/>
          </p:nvSpPr>
          <p:spPr>
            <a:xfrm>
              <a:off x="5270400" y="1819800"/>
              <a:ext cx="39600" cy="39600"/>
            </a:xfrm>
            <a:prstGeom prst="rect">
              <a:avLst/>
            </a:prstGeom>
            <a:solidFill>
              <a:srgbClr val="FFFFFF"/>
            </a:solidFill>
            <a:ln w="4445">
              <a:solidFill>
                <a:srgbClr val="303943"/>
              </a:solidFill>
              <a:round/>
            </a:ln>
          </p:spPr>
        </p:sp>
        <p:sp>
          <p:nvSpPr>
            <p:cNvPr id="133" name="rect 133"/>
            <p:cNvSpPr/>
            <p:nvPr/>
          </p:nvSpPr>
          <p:spPr>
            <a:xfrm>
              <a:off x="5353200" y="1819800"/>
              <a:ext cx="39600" cy="39600"/>
            </a:xfrm>
            <a:prstGeom prst="rect">
              <a:avLst/>
            </a:prstGeom>
            <a:solidFill>
              <a:srgbClr val="FFFFFF"/>
            </a:solidFill>
            <a:ln w="4445">
              <a:solidFill>
                <a:srgbClr val="303943"/>
              </a:solidFill>
              <a:round/>
            </a:ln>
          </p:spPr>
        </p:sp>
        <p:sp>
          <p:nvSpPr>
            <p:cNvPr id="134" name="rect 134"/>
            <p:cNvSpPr/>
            <p:nvPr/>
          </p:nvSpPr>
          <p:spPr>
            <a:xfrm>
              <a:off x="5439600" y="1819800"/>
              <a:ext cx="39600" cy="39600"/>
            </a:xfrm>
            <a:prstGeom prst="rect">
              <a:avLst/>
            </a:prstGeom>
            <a:solidFill>
              <a:srgbClr val="FFFFFF"/>
            </a:solidFill>
            <a:ln w="4445">
              <a:solidFill>
                <a:srgbClr val="303943"/>
              </a:solidFill>
              <a:round/>
            </a:ln>
          </p:spPr>
        </p:sp>
        <p:sp>
          <p:nvSpPr>
            <p:cNvPr id="135" name="rect 135"/>
            <p:cNvSpPr/>
            <p:nvPr/>
          </p:nvSpPr>
          <p:spPr>
            <a:xfrm>
              <a:off x="5522400" y="1819800"/>
              <a:ext cx="39600" cy="39600"/>
            </a:xfrm>
            <a:prstGeom prst="rect">
              <a:avLst/>
            </a:prstGeom>
            <a:solidFill>
              <a:srgbClr val="FFFFFF"/>
            </a:solidFill>
            <a:ln w="4445">
              <a:solidFill>
                <a:srgbClr val="303943"/>
              </a:solidFill>
              <a:round/>
            </a:ln>
          </p:spPr>
        </p:sp>
        <p:sp>
          <p:nvSpPr>
            <p:cNvPr id="136" name="path 136"/>
            <p:cNvSpPr/>
            <p:nvPr/>
          </p:nvSpPr>
          <p:spPr>
            <a:xfrm>
              <a:off x="4926600" y="1926000"/>
              <a:ext cx="277200" cy="36000"/>
            </a:xfrm>
            <a:custGeom>
              <a:avLst/>
              <a:gdLst/>
              <a:ahLst/>
              <a:cxnLst/>
              <a:rect l="0" t="0" r="r" b="b"/>
              <a:pathLst>
                <a:path w="277200" h="36000">
                  <a:moveTo>
                    <a:pt x="0" y="36000"/>
                  </a:moveTo>
                  <a:lnTo>
                    <a:pt x="140400" y="0"/>
                  </a:lnTo>
                  <a:lnTo>
                    <a:pt x="277200" y="0"/>
                  </a:lnTo>
                </a:path>
              </a:pathLst>
            </a:custGeom>
            <a:noFill/>
            <a:ln w="6350">
              <a:solidFill>
                <a:srgbClr val="66859C"/>
              </a:solidFill>
              <a:round/>
            </a:ln>
          </p:spPr>
        </p:sp>
        <p:sp>
          <p:nvSpPr>
            <p:cNvPr id="137" name="ellipse 137"/>
            <p:cNvSpPr/>
            <p:nvPr/>
          </p:nvSpPr>
          <p:spPr>
            <a:xfrm>
              <a:off x="5270400" y="1899000"/>
              <a:ext cx="39600" cy="39600"/>
            </a:xfrm>
            <a:prstGeom prst="ellipse">
              <a:avLst/>
            </a:prstGeom>
            <a:solidFill>
              <a:srgbClr val="FFFFFF"/>
            </a:solidFill>
            <a:ln w="4445">
              <a:solidFill>
                <a:srgbClr val="303943"/>
              </a:solidFill>
              <a:round/>
            </a:ln>
          </p:spPr>
        </p:sp>
        <p:sp>
          <p:nvSpPr>
            <p:cNvPr id="138" name="ellipse 138"/>
            <p:cNvSpPr/>
            <p:nvPr/>
          </p:nvSpPr>
          <p:spPr>
            <a:xfrm>
              <a:off x="5353200" y="1899000"/>
              <a:ext cx="39600" cy="39600"/>
            </a:xfrm>
            <a:prstGeom prst="ellipse">
              <a:avLst/>
            </a:prstGeom>
            <a:solidFill>
              <a:srgbClr val="FFFFFF"/>
            </a:solidFill>
            <a:ln w="4445">
              <a:solidFill>
                <a:srgbClr val="303943"/>
              </a:solidFill>
              <a:round/>
            </a:ln>
          </p:spPr>
        </p:sp>
        <p:sp>
          <p:nvSpPr>
            <p:cNvPr id="139" name="ellipse 139"/>
            <p:cNvSpPr/>
            <p:nvPr/>
          </p:nvSpPr>
          <p:spPr>
            <a:xfrm>
              <a:off x="5439600" y="1899000"/>
              <a:ext cx="39600" cy="39600"/>
            </a:xfrm>
            <a:prstGeom prst="ellipse">
              <a:avLst/>
            </a:prstGeom>
            <a:solidFill>
              <a:srgbClr val="FFFFFF"/>
            </a:solidFill>
            <a:ln w="4445">
              <a:solidFill>
                <a:srgbClr val="303943"/>
              </a:solidFill>
              <a:round/>
            </a:ln>
          </p:spPr>
        </p:sp>
        <p:sp>
          <p:nvSpPr>
            <p:cNvPr id="140" name="ellipse 140"/>
            <p:cNvSpPr/>
            <p:nvPr/>
          </p:nvSpPr>
          <p:spPr>
            <a:xfrm>
              <a:off x="5522400" y="1899000"/>
              <a:ext cx="39600" cy="39600"/>
            </a:xfrm>
            <a:prstGeom prst="ellipse">
              <a:avLst/>
            </a:prstGeom>
            <a:solidFill>
              <a:srgbClr val="FFFFFF"/>
            </a:solidFill>
            <a:ln w="4445">
              <a:solidFill>
                <a:srgbClr val="303943"/>
              </a:solidFill>
              <a:round/>
            </a:ln>
          </p:spPr>
        </p:sp>
        <p:sp>
          <p:nvSpPr>
            <p:cNvPr id="141" name="ellipse 141"/>
            <p:cNvSpPr/>
            <p:nvPr/>
          </p:nvSpPr>
          <p:spPr>
            <a:xfrm>
              <a:off x="5297400" y="1990800"/>
              <a:ext cx="36000" cy="36000"/>
            </a:xfrm>
            <a:prstGeom prst="ellipse">
              <a:avLst/>
            </a:prstGeom>
            <a:solidFill>
              <a:srgbClr val="FFFFFF"/>
            </a:solidFill>
            <a:ln w="4445">
              <a:solidFill>
                <a:srgbClr val="303943"/>
              </a:solidFill>
              <a:round/>
            </a:ln>
          </p:spPr>
        </p:sp>
        <p:sp>
          <p:nvSpPr>
            <p:cNvPr id="142" name="ellipse 142"/>
            <p:cNvSpPr/>
            <p:nvPr/>
          </p:nvSpPr>
          <p:spPr>
            <a:xfrm>
              <a:off x="5391000" y="1983600"/>
              <a:ext cx="50400" cy="50400"/>
            </a:xfrm>
            <a:prstGeom prst="ellipse">
              <a:avLst/>
            </a:prstGeom>
            <a:solidFill>
              <a:srgbClr val="FFFFFF"/>
            </a:solidFill>
            <a:ln w="4445">
              <a:solidFill>
                <a:srgbClr val="303943"/>
              </a:solidFill>
              <a:round/>
            </a:ln>
          </p:spPr>
        </p:sp>
        <p:sp>
          <p:nvSpPr>
            <p:cNvPr id="143" name="ellipse 143"/>
            <p:cNvSpPr/>
            <p:nvPr/>
          </p:nvSpPr>
          <p:spPr>
            <a:xfrm>
              <a:off x="5484600" y="1976400"/>
              <a:ext cx="64800" cy="64800"/>
            </a:xfrm>
            <a:prstGeom prst="ellipse">
              <a:avLst/>
            </a:prstGeom>
            <a:solidFill>
              <a:srgbClr val="FFFFFF"/>
            </a:solidFill>
            <a:ln w="4445">
              <a:solidFill>
                <a:srgbClr val="303943"/>
              </a:solidFill>
              <a:round/>
            </a:ln>
          </p:spPr>
        </p:sp>
        <p:sp>
          <p:nvSpPr>
            <p:cNvPr id="144" name="text 144"/>
            <p:cNvSpPr txBox="1"/>
            <p:nvPr/>
          </p:nvSpPr>
          <p:spPr>
            <a:xfrm>
              <a:off x="4345165" y="1893714"/>
              <a:ext cx="558070" cy="309372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sz="870" b="1" i="0">
                  <a:solidFill>
                    <a:srgbClr val="303943"/>
                  </a:solidFill>
                  <a:latin typeface="Arial"/>
                  <a:ea typeface="Arial"/>
                  <a:cs typeface="Arial"/>
                </a:rPr>
                <a:t>Assembly</a:t>
              </a:r>
              <a:endParaRPr lang="en-US" sz="870"/>
            </a:p>
            <a:p>
              <a:pPr algn="ctr">
                <a:lnSpc>
                  <a:spcPct val="105000"/>
                </a:lnSpc>
              </a:pPr>
              <a:r>
                <a:rPr lang="en-US" sz="870" b="1" i="0">
                  <a:solidFill>
                    <a:srgbClr val="303943"/>
                  </a:solidFill>
                  <a:latin typeface="Arial"/>
                  <a:ea typeface="Arial"/>
                  <a:cs typeface="Arial"/>
                </a:rPr>
                <a:t>Board</a:t>
              </a:r>
              <a:endParaRPr lang="en-US" sz="870"/>
            </a:p>
          </p:txBody>
        </p:sp>
      </p:grpSp>
      <p:grpSp>
        <p:nvGrpSpPr>
          <p:cNvPr id="145" name="Exit"/>
          <p:cNvGrpSpPr/>
          <p:nvPr/>
        </p:nvGrpSpPr>
        <p:grpSpPr>
          <a:xfrm>
            <a:off x="5690611" y="1219468"/>
            <a:ext cx="319469" cy="536521"/>
            <a:chOff x="5690611" y="1219468"/>
            <a:chExt cx="319469" cy="536521"/>
          </a:xfrm>
        </p:grpSpPr>
        <p:sp>
          <p:nvSpPr>
            <p:cNvPr id="146" name="rect 146"/>
            <p:cNvSpPr/>
            <p:nvPr/>
          </p:nvSpPr>
          <p:spPr>
            <a:xfrm>
              <a:off x="5704200" y="1483200"/>
              <a:ext cx="266400" cy="259200"/>
            </a:xfrm>
            <a:prstGeom prst="rect">
              <a:avLst/>
            </a:prstGeom>
            <a:solidFill>
              <a:srgbClr val="DCE9F3"/>
            </a:solidFill>
            <a:ln w="8890">
              <a:solidFill>
                <a:srgbClr val="66859C"/>
              </a:solidFill>
              <a:round/>
            </a:ln>
          </p:spPr>
        </p:sp>
        <p:sp>
          <p:nvSpPr>
            <p:cNvPr id="147" name="rect 147"/>
            <p:cNvSpPr/>
            <p:nvPr/>
          </p:nvSpPr>
          <p:spPr>
            <a:xfrm>
              <a:off x="5734800" y="1513800"/>
              <a:ext cx="205200" cy="198000"/>
            </a:xfrm>
            <a:prstGeom prst="rect">
              <a:avLst/>
            </a:prstGeom>
            <a:solidFill>
              <a:srgbClr val="FFFFFF"/>
            </a:solidFill>
            <a:ln w="4445">
              <a:solidFill>
                <a:srgbClr val="66859C"/>
              </a:solidFill>
              <a:round/>
            </a:ln>
          </p:spPr>
        </p:sp>
        <p:sp>
          <p:nvSpPr>
            <p:cNvPr id="148" name="text 148"/>
            <p:cNvSpPr txBox="1"/>
            <p:nvPr/>
          </p:nvSpPr>
          <p:spPr>
            <a:xfrm>
              <a:off x="5757509" y="1233057"/>
              <a:ext cx="238982" cy="154686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sz="870" b="1" i="0">
                  <a:solidFill>
                    <a:srgbClr val="303943"/>
                  </a:solidFill>
                  <a:latin typeface="Arial"/>
                  <a:ea typeface="Arial"/>
                  <a:cs typeface="Arial"/>
                </a:rPr>
                <a:t>Exit</a:t>
              </a:r>
              <a:endParaRPr lang="en-US" sz="870"/>
            </a:p>
          </p:txBody>
        </p:sp>
      </p:grpSp>
      <p:grpSp>
        <p:nvGrpSpPr>
          <p:cNvPr id="149" name="Printer"/>
          <p:cNvGrpSpPr/>
          <p:nvPr/>
        </p:nvGrpSpPr>
        <p:grpSpPr>
          <a:xfrm>
            <a:off x="5666291" y="1992776"/>
            <a:ext cx="421418" cy="640391"/>
            <a:chOff x="5666291" y="1992776"/>
            <a:chExt cx="421418" cy="640391"/>
          </a:xfrm>
        </p:grpSpPr>
        <p:sp>
          <p:nvSpPr>
            <p:cNvPr id="150" name="rect 150"/>
            <p:cNvSpPr/>
            <p:nvPr/>
          </p:nvSpPr>
          <p:spPr>
            <a:xfrm>
              <a:off x="5691600" y="2007000"/>
              <a:ext cx="313200" cy="378000"/>
            </a:xfrm>
            <a:prstGeom prst="rect">
              <a:avLst/>
            </a:prstGeom>
            <a:solidFill>
              <a:srgbClr val="DEE3E8"/>
            </a:solidFill>
            <a:ln w="8890">
              <a:solidFill>
                <a:srgbClr val="303943"/>
              </a:solidFill>
              <a:round/>
            </a:ln>
          </p:spPr>
        </p:sp>
        <p:sp>
          <p:nvSpPr>
            <p:cNvPr id="151" name="rect 151"/>
            <p:cNvSpPr/>
            <p:nvPr/>
          </p:nvSpPr>
          <p:spPr>
            <a:xfrm>
              <a:off x="5731200" y="2082600"/>
              <a:ext cx="234000" cy="26280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303943"/>
              </a:solidFill>
              <a:round/>
            </a:ln>
          </p:spPr>
        </p:sp>
        <p:sp>
          <p:nvSpPr>
            <p:cNvPr id="152" name="rect 152"/>
            <p:cNvSpPr/>
            <p:nvPr/>
          </p:nvSpPr>
          <p:spPr>
            <a:xfrm>
              <a:off x="5799600" y="2115000"/>
              <a:ext cx="68400" cy="61200"/>
            </a:xfrm>
            <a:prstGeom prst="rect">
              <a:avLst/>
            </a:prstGeom>
            <a:solidFill>
              <a:srgbClr val="DEE3E8"/>
            </a:solidFill>
            <a:ln w="5080">
              <a:solidFill>
                <a:srgbClr val="303943"/>
              </a:solidFill>
              <a:round/>
            </a:ln>
          </p:spPr>
        </p:sp>
        <p:sp>
          <p:nvSpPr>
            <p:cNvPr id="153" name="rect 153"/>
            <p:cNvSpPr/>
            <p:nvPr/>
          </p:nvSpPr>
          <p:spPr>
            <a:xfrm>
              <a:off x="5767200" y="2237400"/>
              <a:ext cx="162000" cy="75600"/>
            </a:xfrm>
            <a:prstGeom prst="rect">
              <a:avLst/>
            </a:prstGeom>
            <a:solidFill>
              <a:srgbClr val="DCE9F3"/>
            </a:solidFill>
            <a:ln w="4445">
              <a:solidFill>
                <a:srgbClr val="66859C"/>
              </a:solidFill>
              <a:round/>
            </a:ln>
          </p:spPr>
        </p:sp>
        <p:sp>
          <p:nvSpPr>
            <p:cNvPr id="154" name="path 154"/>
            <p:cNvSpPr/>
            <p:nvPr/>
          </p:nvSpPr>
          <p:spPr>
            <a:xfrm>
              <a:off x="5736600" y="2124000"/>
              <a:ext cx="223200" cy="1"/>
            </a:xfrm>
            <a:custGeom>
              <a:avLst/>
              <a:gdLst/>
              <a:ahLst/>
              <a:cxnLst/>
              <a:rect l="0" t="0" r="r" b="b"/>
              <a:pathLst>
                <a:path w="223200" h="1">
                  <a:moveTo>
                    <a:pt x="0" y="0"/>
                  </a:moveTo>
                  <a:lnTo>
                    <a:pt x="223200" y="0"/>
                  </a:lnTo>
                </a:path>
              </a:pathLst>
            </a:custGeom>
            <a:noFill/>
            <a:ln w="10160">
              <a:solidFill>
                <a:srgbClr val="303943"/>
              </a:solidFill>
              <a:round/>
            </a:ln>
          </p:spPr>
        </p:sp>
        <p:sp>
          <p:nvSpPr>
            <p:cNvPr id="155" name="text 155"/>
            <p:cNvSpPr txBox="1"/>
            <p:nvPr/>
          </p:nvSpPr>
          <p:spPr>
            <a:xfrm>
              <a:off x="5680515" y="2464257"/>
              <a:ext cx="392970" cy="154686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sz="870" b="1" i="0">
                  <a:solidFill>
                    <a:srgbClr val="303943"/>
                  </a:solidFill>
                  <a:latin typeface="Arial"/>
                  <a:ea typeface="Arial"/>
                  <a:cs typeface="Arial"/>
                </a:rPr>
                <a:t>Printer</a:t>
              </a:r>
              <a:endParaRPr lang="en-US" sz="870"/>
            </a:p>
          </p:txBody>
        </p:sp>
      </p:grpSp>
      <p:grpSp>
        <p:nvGrpSpPr>
          <p:cNvPr id="156" name="UR5e-3"/>
          <p:cNvGrpSpPr/>
          <p:nvPr/>
        </p:nvGrpSpPr>
        <p:grpSpPr>
          <a:xfrm>
            <a:off x="5168582" y="1193433"/>
            <a:ext cx="503242" cy="620991"/>
            <a:chOff x="5168582" y="1193433"/>
            <a:chExt cx="503242" cy="620991"/>
          </a:xfrm>
        </p:grpSpPr>
        <p:sp>
          <p:nvSpPr>
            <p:cNvPr id="157" name="path 157"/>
            <p:cNvSpPr/>
            <p:nvPr/>
          </p:nvSpPr>
          <p:spPr>
            <a:xfrm>
              <a:off x="5416200" y="1656000"/>
              <a:ext cx="111600" cy="79200"/>
            </a:xfrm>
            <a:custGeom>
              <a:avLst/>
              <a:gdLst/>
              <a:ahLst/>
              <a:cxnLst/>
              <a:rect l="0" t="0" r="r" b="b"/>
              <a:pathLst>
                <a:path w="111600" h="79200">
                  <a:moveTo>
                    <a:pt x="0" y="0"/>
                  </a:moveTo>
                  <a:lnTo>
                    <a:pt x="111600" y="79200"/>
                  </a:lnTo>
                </a:path>
              </a:pathLst>
            </a:custGeom>
            <a:noFill/>
            <a:ln w="60960">
              <a:solidFill>
                <a:srgbClr val="303943"/>
              </a:solidFill>
              <a:round/>
            </a:ln>
          </p:spPr>
        </p:sp>
        <p:sp>
          <p:nvSpPr>
            <p:cNvPr id="158" name="path 158"/>
            <p:cNvSpPr/>
            <p:nvPr/>
          </p:nvSpPr>
          <p:spPr>
            <a:xfrm>
              <a:off x="5527800" y="1674000"/>
              <a:ext cx="64800" cy="61200"/>
            </a:xfrm>
            <a:custGeom>
              <a:avLst/>
              <a:gdLst/>
              <a:ahLst/>
              <a:cxnLst/>
              <a:rect l="0" t="0" r="r" b="b"/>
              <a:pathLst>
                <a:path w="64800" h="61200">
                  <a:moveTo>
                    <a:pt x="0" y="61200"/>
                  </a:moveTo>
                  <a:lnTo>
                    <a:pt x="64800" y="0"/>
                  </a:lnTo>
                </a:path>
              </a:pathLst>
            </a:custGeom>
            <a:noFill/>
            <a:ln w="60960">
              <a:solidFill>
                <a:srgbClr val="303943"/>
              </a:solidFill>
              <a:round/>
            </a:ln>
          </p:spPr>
        </p:sp>
        <p:sp>
          <p:nvSpPr>
            <p:cNvPr id="159" name="path 159"/>
            <p:cNvSpPr/>
            <p:nvPr/>
          </p:nvSpPr>
          <p:spPr>
            <a:xfrm>
              <a:off x="5592600" y="1620000"/>
              <a:ext cx="1" cy="54000"/>
            </a:xfrm>
            <a:custGeom>
              <a:avLst/>
              <a:gdLst/>
              <a:ahLst/>
              <a:cxnLst/>
              <a:rect l="0" t="0" r="r" b="b"/>
              <a:pathLst>
                <a:path w="1" h="54000">
                  <a:moveTo>
                    <a:pt x="0" y="54000"/>
                  </a:moveTo>
                  <a:lnTo>
                    <a:pt x="0" y="0"/>
                  </a:lnTo>
                </a:path>
              </a:pathLst>
            </a:custGeom>
            <a:noFill/>
            <a:ln w="60960">
              <a:solidFill>
                <a:srgbClr val="303943"/>
              </a:solidFill>
              <a:round/>
            </a:ln>
          </p:spPr>
        </p:sp>
        <p:sp>
          <p:nvSpPr>
            <p:cNvPr id="160" name="path 160"/>
            <p:cNvSpPr/>
            <p:nvPr/>
          </p:nvSpPr>
          <p:spPr>
            <a:xfrm>
              <a:off x="5416200" y="1656000"/>
              <a:ext cx="111600" cy="79200"/>
            </a:xfrm>
            <a:custGeom>
              <a:avLst/>
              <a:gdLst/>
              <a:ahLst/>
              <a:cxnLst/>
              <a:rect l="0" t="0" r="r" b="b"/>
              <a:pathLst>
                <a:path w="111600" h="79200">
                  <a:moveTo>
                    <a:pt x="0" y="0"/>
                  </a:moveTo>
                  <a:lnTo>
                    <a:pt x="111600" y="79200"/>
                  </a:lnTo>
                </a:path>
              </a:pathLst>
            </a:custGeom>
            <a:noFill/>
            <a:ln w="43180">
              <a:solidFill>
                <a:srgbClr val="DEE3E8"/>
              </a:solidFill>
              <a:round/>
            </a:ln>
          </p:spPr>
        </p:sp>
        <p:sp>
          <p:nvSpPr>
            <p:cNvPr id="161" name="path 161"/>
            <p:cNvSpPr/>
            <p:nvPr/>
          </p:nvSpPr>
          <p:spPr>
            <a:xfrm>
              <a:off x="5527800" y="1674000"/>
              <a:ext cx="64800" cy="61200"/>
            </a:xfrm>
            <a:custGeom>
              <a:avLst/>
              <a:gdLst/>
              <a:ahLst/>
              <a:cxnLst/>
              <a:rect l="0" t="0" r="r" b="b"/>
              <a:pathLst>
                <a:path w="64800" h="61200">
                  <a:moveTo>
                    <a:pt x="0" y="61200"/>
                  </a:moveTo>
                  <a:lnTo>
                    <a:pt x="64800" y="0"/>
                  </a:lnTo>
                </a:path>
              </a:pathLst>
            </a:custGeom>
            <a:noFill/>
            <a:ln w="43180">
              <a:solidFill>
                <a:srgbClr val="DEE3E8"/>
              </a:solidFill>
              <a:round/>
            </a:ln>
          </p:spPr>
        </p:sp>
        <p:sp>
          <p:nvSpPr>
            <p:cNvPr id="162" name="path 162"/>
            <p:cNvSpPr/>
            <p:nvPr/>
          </p:nvSpPr>
          <p:spPr>
            <a:xfrm>
              <a:off x="5592600" y="1620000"/>
              <a:ext cx="1" cy="54000"/>
            </a:xfrm>
            <a:custGeom>
              <a:avLst/>
              <a:gdLst/>
              <a:ahLst/>
              <a:cxnLst/>
              <a:rect l="0" t="0" r="r" b="b"/>
              <a:pathLst>
                <a:path w="1" h="54000">
                  <a:moveTo>
                    <a:pt x="0" y="54000"/>
                  </a:moveTo>
                  <a:lnTo>
                    <a:pt x="0" y="0"/>
                  </a:lnTo>
                </a:path>
              </a:pathLst>
            </a:custGeom>
            <a:noFill/>
            <a:ln w="43180">
              <a:solidFill>
                <a:srgbClr val="DEE3E8"/>
              </a:solidFill>
              <a:round/>
            </a:ln>
          </p:spPr>
        </p:sp>
        <p:sp>
          <p:nvSpPr>
            <p:cNvPr id="163" name="ellipse 163"/>
            <p:cNvSpPr/>
            <p:nvPr/>
          </p:nvSpPr>
          <p:spPr>
            <a:xfrm>
              <a:off x="5326200" y="1566000"/>
              <a:ext cx="180000" cy="180000"/>
            </a:xfrm>
            <a:prstGeom prst="ellipse">
              <a:avLst/>
            </a:prstGeom>
            <a:solidFill>
              <a:srgbClr val="DCE9F3"/>
            </a:solidFill>
            <a:ln w="7620">
              <a:solidFill>
                <a:srgbClr val="303943"/>
              </a:solidFill>
              <a:round/>
            </a:ln>
          </p:spPr>
        </p:sp>
        <p:sp>
          <p:nvSpPr>
            <p:cNvPr id="164" name="ellipse 164"/>
            <p:cNvSpPr/>
            <p:nvPr/>
          </p:nvSpPr>
          <p:spPr>
            <a:xfrm>
              <a:off x="5391000" y="1630800"/>
              <a:ext cx="50400" cy="50400"/>
            </a:xfrm>
            <a:prstGeom prst="ellipse">
              <a:avLst/>
            </a:prstGeom>
            <a:solidFill>
              <a:srgbClr val="303943"/>
            </a:solidFill>
            <a:ln w="0">
              <a:solidFill>
                <a:srgbClr val="303943"/>
              </a:solidFill>
              <a:round/>
            </a:ln>
          </p:spPr>
        </p:sp>
        <p:sp>
          <p:nvSpPr>
            <p:cNvPr id="165" name="ellipse 165"/>
            <p:cNvSpPr/>
            <p:nvPr/>
          </p:nvSpPr>
          <p:spPr>
            <a:xfrm>
              <a:off x="5488200" y="1695600"/>
              <a:ext cx="79200" cy="79200"/>
            </a:xfrm>
            <a:prstGeom prst="ellipse">
              <a:avLst/>
            </a:prstGeom>
            <a:solidFill>
              <a:srgbClr val="DCE9F3"/>
            </a:solidFill>
            <a:ln w="7620">
              <a:solidFill>
                <a:srgbClr val="303943"/>
              </a:solidFill>
              <a:round/>
            </a:ln>
          </p:spPr>
        </p:sp>
        <p:sp>
          <p:nvSpPr>
            <p:cNvPr id="166" name="ellipse 166"/>
            <p:cNvSpPr/>
            <p:nvPr/>
          </p:nvSpPr>
          <p:spPr>
            <a:xfrm>
              <a:off x="5517000" y="1724400"/>
              <a:ext cx="21600" cy="21600"/>
            </a:xfrm>
            <a:prstGeom prst="ellipse">
              <a:avLst/>
            </a:prstGeom>
            <a:solidFill>
              <a:srgbClr val="303943"/>
            </a:solidFill>
            <a:ln w="0">
              <a:solidFill>
                <a:srgbClr val="303943"/>
              </a:solidFill>
              <a:round/>
            </a:ln>
          </p:spPr>
        </p:sp>
        <p:sp>
          <p:nvSpPr>
            <p:cNvPr id="167" name="ellipse 167"/>
            <p:cNvSpPr/>
            <p:nvPr/>
          </p:nvSpPr>
          <p:spPr>
            <a:xfrm>
              <a:off x="5553000" y="1634400"/>
              <a:ext cx="79200" cy="79200"/>
            </a:xfrm>
            <a:prstGeom prst="ellipse">
              <a:avLst/>
            </a:prstGeom>
            <a:solidFill>
              <a:srgbClr val="DCE9F3"/>
            </a:solidFill>
            <a:ln w="7620">
              <a:solidFill>
                <a:srgbClr val="303943"/>
              </a:solidFill>
              <a:round/>
            </a:ln>
          </p:spPr>
        </p:sp>
        <p:sp>
          <p:nvSpPr>
            <p:cNvPr id="168" name="ellipse 168"/>
            <p:cNvSpPr/>
            <p:nvPr/>
          </p:nvSpPr>
          <p:spPr>
            <a:xfrm>
              <a:off x="5581800" y="1663200"/>
              <a:ext cx="21600" cy="21600"/>
            </a:xfrm>
            <a:prstGeom prst="ellipse">
              <a:avLst/>
            </a:prstGeom>
            <a:solidFill>
              <a:srgbClr val="303943"/>
            </a:solidFill>
            <a:ln w="0">
              <a:solidFill>
                <a:srgbClr val="303943"/>
              </a:solidFill>
              <a:round/>
            </a:ln>
          </p:spPr>
        </p:sp>
        <p:sp>
          <p:nvSpPr>
            <p:cNvPr id="169" name="path 169"/>
            <p:cNvSpPr/>
            <p:nvPr/>
          </p:nvSpPr>
          <p:spPr>
            <a:xfrm>
              <a:off x="5562000" y="1620000"/>
              <a:ext cx="61200" cy="1"/>
            </a:xfrm>
            <a:custGeom>
              <a:avLst/>
              <a:gdLst/>
              <a:ahLst/>
              <a:cxnLst/>
              <a:rect l="0" t="0" r="r" b="b"/>
              <a:pathLst>
                <a:path w="61200" h="1">
                  <a:moveTo>
                    <a:pt x="61200" y="0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303943"/>
              </a:solidFill>
              <a:round/>
            </a:ln>
          </p:spPr>
        </p:sp>
        <p:sp>
          <p:nvSpPr>
            <p:cNvPr id="170" name="path 170"/>
            <p:cNvSpPr/>
            <p:nvPr/>
          </p:nvSpPr>
          <p:spPr>
            <a:xfrm>
              <a:off x="5623200" y="1573200"/>
              <a:ext cx="1" cy="46800"/>
            </a:xfrm>
            <a:custGeom>
              <a:avLst/>
              <a:gdLst/>
              <a:ahLst/>
              <a:cxnLst/>
              <a:rect l="0" t="0" r="r" b="b"/>
              <a:pathLst>
                <a:path w="1" h="46800">
                  <a:moveTo>
                    <a:pt x="0" y="46800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303943"/>
              </a:solidFill>
              <a:round/>
            </a:ln>
          </p:spPr>
        </p:sp>
        <p:sp>
          <p:nvSpPr>
            <p:cNvPr id="171" name="path 171"/>
            <p:cNvSpPr/>
            <p:nvPr/>
          </p:nvSpPr>
          <p:spPr>
            <a:xfrm>
              <a:off x="5562000" y="1573200"/>
              <a:ext cx="1" cy="46800"/>
            </a:xfrm>
            <a:custGeom>
              <a:avLst/>
              <a:gdLst/>
              <a:ahLst/>
              <a:cxnLst/>
              <a:rect l="0" t="0" r="r" b="b"/>
              <a:pathLst>
                <a:path w="1" h="46800">
                  <a:moveTo>
                    <a:pt x="0" y="46800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303943"/>
              </a:solidFill>
              <a:round/>
            </a:ln>
          </p:spPr>
        </p:sp>
        <p:sp>
          <p:nvSpPr>
            <p:cNvPr id="172" name="text 172"/>
            <p:cNvSpPr txBox="1"/>
            <p:nvPr/>
          </p:nvSpPr>
          <p:spPr>
            <a:xfrm>
              <a:off x="5208206" y="1233057"/>
              <a:ext cx="415988" cy="154686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sz="870" b="1" i="0">
                  <a:solidFill>
                    <a:srgbClr val="303943"/>
                  </a:solidFill>
                  <a:latin typeface="Arial"/>
                  <a:ea typeface="Arial"/>
                  <a:cs typeface="Arial"/>
                </a:rPr>
                <a:t>UR5e-3</a:t>
              </a:r>
              <a:endParaRPr lang="en-US" sz="870"/>
            </a:p>
          </p:txBody>
        </p:sp>
      </p:grpSp>
      <p:grpSp>
        <p:nvGrpSpPr>
          <p:cNvPr id="173" name="UR5e-4"/>
          <p:cNvGrpSpPr/>
          <p:nvPr/>
        </p:nvGrpSpPr>
        <p:grpSpPr>
          <a:xfrm>
            <a:off x="5168582" y="2066376"/>
            <a:ext cx="510442" cy="592191"/>
            <a:chOff x="5168582" y="2066376"/>
            <a:chExt cx="510442" cy="592191"/>
          </a:xfrm>
        </p:grpSpPr>
        <p:sp>
          <p:nvSpPr>
            <p:cNvPr id="174" name="path 174"/>
            <p:cNvSpPr/>
            <p:nvPr/>
          </p:nvSpPr>
          <p:spPr>
            <a:xfrm>
              <a:off x="5416200" y="2196000"/>
              <a:ext cx="100800" cy="75600"/>
            </a:xfrm>
            <a:custGeom>
              <a:avLst/>
              <a:gdLst/>
              <a:ahLst/>
              <a:cxnLst/>
              <a:rect l="0" t="0" r="r" b="b"/>
              <a:pathLst>
                <a:path w="100800" h="75600">
                  <a:moveTo>
                    <a:pt x="0" y="0"/>
                  </a:moveTo>
                  <a:lnTo>
                    <a:pt x="100800" y="75600"/>
                  </a:lnTo>
                </a:path>
              </a:pathLst>
            </a:custGeom>
            <a:noFill/>
            <a:ln w="60960">
              <a:solidFill>
                <a:srgbClr val="303943"/>
              </a:solidFill>
              <a:round/>
            </a:ln>
          </p:spPr>
        </p:sp>
        <p:sp>
          <p:nvSpPr>
            <p:cNvPr id="175" name="path 175"/>
            <p:cNvSpPr/>
            <p:nvPr/>
          </p:nvSpPr>
          <p:spPr>
            <a:xfrm>
              <a:off x="5517000" y="2224800"/>
              <a:ext cx="82800" cy="46800"/>
            </a:xfrm>
            <a:custGeom>
              <a:avLst/>
              <a:gdLst/>
              <a:ahLst/>
              <a:cxnLst/>
              <a:rect l="0" t="0" r="r" b="b"/>
              <a:pathLst>
                <a:path w="82800" h="46800">
                  <a:moveTo>
                    <a:pt x="0" y="46800"/>
                  </a:moveTo>
                  <a:lnTo>
                    <a:pt x="82800" y="0"/>
                  </a:lnTo>
                </a:path>
              </a:pathLst>
            </a:custGeom>
            <a:noFill/>
            <a:ln w="60960">
              <a:solidFill>
                <a:srgbClr val="303943"/>
              </a:solidFill>
              <a:round/>
            </a:ln>
          </p:spPr>
        </p:sp>
        <p:sp>
          <p:nvSpPr>
            <p:cNvPr id="176" name="path 176"/>
            <p:cNvSpPr/>
            <p:nvPr/>
          </p:nvSpPr>
          <p:spPr>
            <a:xfrm>
              <a:off x="5599800" y="2163600"/>
              <a:ext cx="1" cy="61200"/>
            </a:xfrm>
            <a:custGeom>
              <a:avLst/>
              <a:gdLst/>
              <a:ahLst/>
              <a:cxnLst/>
              <a:rect l="0" t="0" r="r" b="b"/>
              <a:pathLst>
                <a:path w="1" h="61200">
                  <a:moveTo>
                    <a:pt x="0" y="61200"/>
                  </a:moveTo>
                  <a:lnTo>
                    <a:pt x="0" y="0"/>
                  </a:lnTo>
                </a:path>
              </a:pathLst>
            </a:custGeom>
            <a:noFill/>
            <a:ln w="60960">
              <a:solidFill>
                <a:srgbClr val="303943"/>
              </a:solidFill>
              <a:round/>
            </a:ln>
          </p:spPr>
        </p:sp>
        <p:sp>
          <p:nvSpPr>
            <p:cNvPr id="177" name="path 177"/>
            <p:cNvSpPr/>
            <p:nvPr/>
          </p:nvSpPr>
          <p:spPr>
            <a:xfrm>
              <a:off x="5416200" y="2196000"/>
              <a:ext cx="100800" cy="75600"/>
            </a:xfrm>
            <a:custGeom>
              <a:avLst/>
              <a:gdLst/>
              <a:ahLst/>
              <a:cxnLst/>
              <a:rect l="0" t="0" r="r" b="b"/>
              <a:pathLst>
                <a:path w="100800" h="75600">
                  <a:moveTo>
                    <a:pt x="0" y="0"/>
                  </a:moveTo>
                  <a:lnTo>
                    <a:pt x="100800" y="75600"/>
                  </a:lnTo>
                </a:path>
              </a:pathLst>
            </a:custGeom>
            <a:noFill/>
            <a:ln w="43180">
              <a:solidFill>
                <a:srgbClr val="DEE3E8"/>
              </a:solidFill>
              <a:round/>
            </a:ln>
          </p:spPr>
        </p:sp>
        <p:sp>
          <p:nvSpPr>
            <p:cNvPr id="178" name="path 178"/>
            <p:cNvSpPr/>
            <p:nvPr/>
          </p:nvSpPr>
          <p:spPr>
            <a:xfrm>
              <a:off x="5517000" y="2224800"/>
              <a:ext cx="82800" cy="46800"/>
            </a:xfrm>
            <a:custGeom>
              <a:avLst/>
              <a:gdLst/>
              <a:ahLst/>
              <a:cxnLst/>
              <a:rect l="0" t="0" r="r" b="b"/>
              <a:pathLst>
                <a:path w="82800" h="46800">
                  <a:moveTo>
                    <a:pt x="0" y="46800"/>
                  </a:moveTo>
                  <a:lnTo>
                    <a:pt x="82800" y="0"/>
                  </a:lnTo>
                </a:path>
              </a:pathLst>
            </a:custGeom>
            <a:noFill/>
            <a:ln w="43180">
              <a:solidFill>
                <a:srgbClr val="DEE3E8"/>
              </a:solidFill>
              <a:round/>
            </a:ln>
          </p:spPr>
        </p:sp>
        <p:sp>
          <p:nvSpPr>
            <p:cNvPr id="179" name="path 179"/>
            <p:cNvSpPr/>
            <p:nvPr/>
          </p:nvSpPr>
          <p:spPr>
            <a:xfrm>
              <a:off x="5599800" y="2163600"/>
              <a:ext cx="1" cy="61200"/>
            </a:xfrm>
            <a:custGeom>
              <a:avLst/>
              <a:gdLst/>
              <a:ahLst/>
              <a:cxnLst/>
              <a:rect l="0" t="0" r="r" b="b"/>
              <a:pathLst>
                <a:path w="1" h="61200">
                  <a:moveTo>
                    <a:pt x="0" y="61200"/>
                  </a:moveTo>
                  <a:lnTo>
                    <a:pt x="0" y="0"/>
                  </a:lnTo>
                </a:path>
              </a:pathLst>
            </a:custGeom>
            <a:noFill/>
            <a:ln w="43180">
              <a:solidFill>
                <a:srgbClr val="DEE3E8"/>
              </a:solidFill>
              <a:round/>
            </a:ln>
          </p:spPr>
        </p:sp>
        <p:sp>
          <p:nvSpPr>
            <p:cNvPr id="180" name="ellipse 180"/>
            <p:cNvSpPr/>
            <p:nvPr/>
          </p:nvSpPr>
          <p:spPr>
            <a:xfrm>
              <a:off x="5326200" y="2106000"/>
              <a:ext cx="180000" cy="180000"/>
            </a:xfrm>
            <a:prstGeom prst="ellipse">
              <a:avLst/>
            </a:prstGeom>
            <a:solidFill>
              <a:srgbClr val="DCE9F3"/>
            </a:solidFill>
            <a:ln w="7620">
              <a:solidFill>
                <a:srgbClr val="303943"/>
              </a:solidFill>
              <a:round/>
            </a:ln>
          </p:spPr>
        </p:sp>
        <p:sp>
          <p:nvSpPr>
            <p:cNvPr id="181" name="ellipse 181"/>
            <p:cNvSpPr/>
            <p:nvPr/>
          </p:nvSpPr>
          <p:spPr>
            <a:xfrm>
              <a:off x="5391000" y="2170800"/>
              <a:ext cx="50400" cy="50400"/>
            </a:xfrm>
            <a:prstGeom prst="ellipse">
              <a:avLst/>
            </a:prstGeom>
            <a:solidFill>
              <a:srgbClr val="303943"/>
            </a:solidFill>
            <a:ln w="0">
              <a:solidFill>
                <a:srgbClr val="303943"/>
              </a:solidFill>
              <a:round/>
            </a:ln>
          </p:spPr>
        </p:sp>
        <p:sp>
          <p:nvSpPr>
            <p:cNvPr id="182" name="ellipse 182"/>
            <p:cNvSpPr/>
            <p:nvPr/>
          </p:nvSpPr>
          <p:spPr>
            <a:xfrm>
              <a:off x="5477400" y="2232000"/>
              <a:ext cx="79200" cy="79200"/>
            </a:xfrm>
            <a:prstGeom prst="ellipse">
              <a:avLst/>
            </a:prstGeom>
            <a:solidFill>
              <a:srgbClr val="DCE9F3"/>
            </a:solidFill>
            <a:ln w="7620">
              <a:solidFill>
                <a:srgbClr val="303943"/>
              </a:solidFill>
              <a:round/>
            </a:ln>
          </p:spPr>
        </p:sp>
        <p:sp>
          <p:nvSpPr>
            <p:cNvPr id="183" name="ellipse 183"/>
            <p:cNvSpPr/>
            <p:nvPr/>
          </p:nvSpPr>
          <p:spPr>
            <a:xfrm>
              <a:off x="5506200" y="2260800"/>
              <a:ext cx="21600" cy="21600"/>
            </a:xfrm>
            <a:prstGeom prst="ellipse">
              <a:avLst/>
            </a:prstGeom>
            <a:solidFill>
              <a:srgbClr val="303943"/>
            </a:solidFill>
            <a:ln w="0">
              <a:solidFill>
                <a:srgbClr val="303943"/>
              </a:solidFill>
              <a:round/>
            </a:ln>
          </p:spPr>
        </p:sp>
        <p:sp>
          <p:nvSpPr>
            <p:cNvPr id="184" name="ellipse 184"/>
            <p:cNvSpPr/>
            <p:nvPr/>
          </p:nvSpPr>
          <p:spPr>
            <a:xfrm>
              <a:off x="5560200" y="2185200"/>
              <a:ext cx="79200" cy="79200"/>
            </a:xfrm>
            <a:prstGeom prst="ellipse">
              <a:avLst/>
            </a:prstGeom>
            <a:solidFill>
              <a:srgbClr val="DCE9F3"/>
            </a:solidFill>
            <a:ln w="7620">
              <a:solidFill>
                <a:srgbClr val="303943"/>
              </a:solidFill>
              <a:round/>
            </a:ln>
          </p:spPr>
        </p:sp>
        <p:sp>
          <p:nvSpPr>
            <p:cNvPr id="185" name="ellipse 185"/>
            <p:cNvSpPr/>
            <p:nvPr/>
          </p:nvSpPr>
          <p:spPr>
            <a:xfrm>
              <a:off x="5589000" y="2214000"/>
              <a:ext cx="21600" cy="21600"/>
            </a:xfrm>
            <a:prstGeom prst="ellipse">
              <a:avLst/>
            </a:prstGeom>
            <a:solidFill>
              <a:srgbClr val="303943"/>
            </a:solidFill>
            <a:ln w="0">
              <a:solidFill>
                <a:srgbClr val="303943"/>
              </a:solidFill>
              <a:round/>
            </a:ln>
          </p:spPr>
        </p:sp>
        <p:sp>
          <p:nvSpPr>
            <p:cNvPr id="186" name="path 186"/>
            <p:cNvSpPr/>
            <p:nvPr/>
          </p:nvSpPr>
          <p:spPr>
            <a:xfrm>
              <a:off x="5569200" y="2163600"/>
              <a:ext cx="61200" cy="1"/>
            </a:xfrm>
            <a:custGeom>
              <a:avLst/>
              <a:gdLst/>
              <a:ahLst/>
              <a:cxnLst/>
              <a:rect l="0" t="0" r="r" b="b"/>
              <a:pathLst>
                <a:path w="61200" h="1">
                  <a:moveTo>
                    <a:pt x="61200" y="0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303943"/>
              </a:solidFill>
              <a:round/>
            </a:ln>
          </p:spPr>
        </p:sp>
        <p:sp>
          <p:nvSpPr>
            <p:cNvPr id="187" name="path 187"/>
            <p:cNvSpPr/>
            <p:nvPr/>
          </p:nvSpPr>
          <p:spPr>
            <a:xfrm>
              <a:off x="5630400" y="2116800"/>
              <a:ext cx="1" cy="46800"/>
            </a:xfrm>
            <a:custGeom>
              <a:avLst/>
              <a:gdLst/>
              <a:ahLst/>
              <a:cxnLst/>
              <a:rect l="0" t="0" r="r" b="b"/>
              <a:pathLst>
                <a:path w="1" h="46800">
                  <a:moveTo>
                    <a:pt x="0" y="46800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303943"/>
              </a:solidFill>
              <a:round/>
            </a:ln>
          </p:spPr>
        </p:sp>
        <p:sp>
          <p:nvSpPr>
            <p:cNvPr id="188" name="path 188"/>
            <p:cNvSpPr/>
            <p:nvPr/>
          </p:nvSpPr>
          <p:spPr>
            <a:xfrm>
              <a:off x="5569200" y="2116800"/>
              <a:ext cx="1" cy="46800"/>
            </a:xfrm>
            <a:custGeom>
              <a:avLst/>
              <a:gdLst/>
              <a:ahLst/>
              <a:cxnLst/>
              <a:rect l="0" t="0" r="r" b="b"/>
              <a:pathLst>
                <a:path w="1" h="46800">
                  <a:moveTo>
                    <a:pt x="0" y="46800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303943"/>
              </a:solidFill>
              <a:round/>
            </a:ln>
          </p:spPr>
        </p:sp>
        <p:sp>
          <p:nvSpPr>
            <p:cNvPr id="189" name="text 189"/>
            <p:cNvSpPr txBox="1"/>
            <p:nvPr/>
          </p:nvSpPr>
          <p:spPr>
            <a:xfrm>
              <a:off x="5208206" y="2464257"/>
              <a:ext cx="415988" cy="154686"/>
            </a:xfrm>
            <a:prstGeom prst="rect">
              <a:avLst/>
            </a:prstGeom>
            <a:noFill/>
            <a:ln w="9144">
              <a:noFill/>
              <a:rou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sz="870" b="1" i="0">
                  <a:solidFill>
                    <a:srgbClr val="303943"/>
                  </a:solidFill>
                  <a:latin typeface="Arial"/>
                  <a:ea typeface="Arial"/>
                  <a:cs typeface="Arial"/>
                </a:rPr>
                <a:t>UR5e-4</a:t>
              </a:r>
              <a:endParaRPr lang="en-US" sz="87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CCA native editable figure">
  <a:themeElements>
    <a:clrScheme name="CCA">
      <a:dk1>
        <a:srgbClr val="20242B"/>
      </a:dk1>
      <a:lt1>
        <a:srgbClr val="FFFFFF"/>
      </a:lt1>
      <a:dk2>
        <a:srgbClr val="394452"/>
      </a:dk2>
      <a:lt2>
        <a:srgbClr val="F4F6F8"/>
      </a:lt2>
      <a:accent1>
        <a:srgbClr val="6B21D9"/>
      </a:accent1>
      <a:accent2>
        <a:srgbClr val="2775C9"/>
      </a:accent2>
      <a:accent3>
        <a:srgbClr val="6B7280"/>
      </a:accent3>
      <a:accent4>
        <a:srgbClr val="DB3038"/>
      </a:accent4>
      <a:accent5>
        <a:srgbClr val="159447"/>
      </a:accent5>
      <a:accent6>
        <a:srgbClr val="EF9B22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C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